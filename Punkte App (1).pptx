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C0087B-8B15-4B05-8EC4-E96764FDDEA7}" v="53" dt="2026-01-28T18:04:09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7" d="100"/>
          <a:sy n="97" d="100"/>
        </p:scale>
        <p:origin x="4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711D85-3623-427D-BAEE-7F5EFFD6135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3A7575-8DB0-4968-84C7-5C262A9A8FB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Architektur</a:t>
          </a:r>
          <a:endParaRPr lang="en-US"/>
        </a:p>
      </dgm:t>
    </dgm:pt>
    <dgm:pt modelId="{588D9D5C-9C2A-4794-A505-A6E51A2109CF}" type="parTrans" cxnId="{5E45EB57-6C69-44FB-A5DD-0C5BCE62B814}">
      <dgm:prSet/>
      <dgm:spPr/>
      <dgm:t>
        <a:bodyPr/>
        <a:lstStyle/>
        <a:p>
          <a:endParaRPr lang="en-US"/>
        </a:p>
      </dgm:t>
    </dgm:pt>
    <dgm:pt modelId="{24D2EC83-3CFE-4120-A9CA-916573757397}" type="sibTrans" cxnId="{5E45EB57-6C69-44FB-A5DD-0C5BCE62B814}">
      <dgm:prSet/>
      <dgm:spPr/>
      <dgm:t>
        <a:bodyPr/>
        <a:lstStyle/>
        <a:p>
          <a:endParaRPr lang="en-US"/>
        </a:p>
      </dgm:t>
    </dgm:pt>
    <dgm:pt modelId="{2DCA6328-D6E1-45C3-9476-BA11276173C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Datenbank &amp; ER-Diagramm</a:t>
          </a:r>
          <a:endParaRPr lang="en-US"/>
        </a:p>
      </dgm:t>
    </dgm:pt>
    <dgm:pt modelId="{31B6EDB6-5EAF-4EAB-B78B-CB53432254BC}" type="parTrans" cxnId="{969CAFAD-9034-4DB5-AFE0-C105F0C09214}">
      <dgm:prSet/>
      <dgm:spPr/>
      <dgm:t>
        <a:bodyPr/>
        <a:lstStyle/>
        <a:p>
          <a:endParaRPr lang="en-US"/>
        </a:p>
      </dgm:t>
    </dgm:pt>
    <dgm:pt modelId="{E0C77622-AF1C-4E99-B129-C44A3E976AC3}" type="sibTrans" cxnId="{969CAFAD-9034-4DB5-AFE0-C105F0C09214}">
      <dgm:prSet/>
      <dgm:spPr/>
      <dgm:t>
        <a:bodyPr/>
        <a:lstStyle/>
        <a:p>
          <a:endParaRPr lang="en-US"/>
        </a:p>
      </dgm:t>
    </dgm:pt>
    <dgm:pt modelId="{F69DFFDB-C1AF-4F5A-8EF5-4C3EB03ADDD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Datenfluss Frontend ↔ Backend</a:t>
          </a:r>
          <a:endParaRPr lang="en-US"/>
        </a:p>
      </dgm:t>
    </dgm:pt>
    <dgm:pt modelId="{D7286F90-CF8B-4291-B628-1DE9E115E551}" type="parTrans" cxnId="{3D55764D-6759-4915-936C-DD88758B22D9}">
      <dgm:prSet/>
      <dgm:spPr/>
      <dgm:t>
        <a:bodyPr/>
        <a:lstStyle/>
        <a:p>
          <a:endParaRPr lang="en-US"/>
        </a:p>
      </dgm:t>
    </dgm:pt>
    <dgm:pt modelId="{B024A2C5-F138-46BA-A0B4-D8E98392717D}" type="sibTrans" cxnId="{3D55764D-6759-4915-936C-DD88758B22D9}">
      <dgm:prSet/>
      <dgm:spPr/>
      <dgm:t>
        <a:bodyPr/>
        <a:lstStyle/>
        <a:p>
          <a:endParaRPr lang="en-US"/>
        </a:p>
      </dgm:t>
    </dgm:pt>
    <dgm:pt modelId="{18D6663B-847A-4CE9-9FAF-9617156A678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Features</a:t>
          </a:r>
          <a:endParaRPr lang="en-US"/>
        </a:p>
      </dgm:t>
    </dgm:pt>
    <dgm:pt modelId="{FF973716-9160-41C1-AFC8-DB17DCAD62C7}" type="parTrans" cxnId="{14772C9B-0AC2-43F2-9AA8-962347DB4334}">
      <dgm:prSet/>
      <dgm:spPr/>
      <dgm:t>
        <a:bodyPr/>
        <a:lstStyle/>
        <a:p>
          <a:endParaRPr lang="en-US"/>
        </a:p>
      </dgm:t>
    </dgm:pt>
    <dgm:pt modelId="{6DF688B1-97CC-4E1C-BE4A-418FCBFF9ED5}" type="sibTrans" cxnId="{14772C9B-0AC2-43F2-9AA8-962347DB4334}">
      <dgm:prSet/>
      <dgm:spPr/>
      <dgm:t>
        <a:bodyPr/>
        <a:lstStyle/>
        <a:p>
          <a:endParaRPr lang="en-US"/>
        </a:p>
      </dgm:t>
    </dgm:pt>
    <dgm:pt modelId="{591AC652-028C-40D3-91F3-0EC8E042C9A1}" type="pres">
      <dgm:prSet presAssocID="{DA711D85-3623-427D-BAEE-7F5EFFD61350}" presName="root" presStyleCnt="0">
        <dgm:presLayoutVars>
          <dgm:dir/>
          <dgm:resizeHandles val="exact"/>
        </dgm:presLayoutVars>
      </dgm:prSet>
      <dgm:spPr/>
    </dgm:pt>
    <dgm:pt modelId="{24F6FE00-E842-4551-AC52-9E7BDB3D3213}" type="pres">
      <dgm:prSet presAssocID="{BE3A7575-8DB0-4968-84C7-5C262A9A8FB1}" presName="compNode" presStyleCnt="0"/>
      <dgm:spPr/>
    </dgm:pt>
    <dgm:pt modelId="{A599F89F-F428-49B9-B7FC-A9B09F6447AD}" type="pres">
      <dgm:prSet presAssocID="{BE3A7575-8DB0-4968-84C7-5C262A9A8F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C4AFF326-AD4C-4D3E-8499-7BD297805FE1}" type="pres">
      <dgm:prSet presAssocID="{BE3A7575-8DB0-4968-84C7-5C262A9A8FB1}" presName="spaceRect" presStyleCnt="0"/>
      <dgm:spPr/>
    </dgm:pt>
    <dgm:pt modelId="{C060B095-A0EB-49A4-9B24-70CF96584740}" type="pres">
      <dgm:prSet presAssocID="{BE3A7575-8DB0-4968-84C7-5C262A9A8FB1}" presName="textRect" presStyleLbl="revTx" presStyleIdx="0" presStyleCnt="4">
        <dgm:presLayoutVars>
          <dgm:chMax val="1"/>
          <dgm:chPref val="1"/>
        </dgm:presLayoutVars>
      </dgm:prSet>
      <dgm:spPr/>
    </dgm:pt>
    <dgm:pt modelId="{B325E490-76B1-41CA-AA10-358720D0BD4D}" type="pres">
      <dgm:prSet presAssocID="{24D2EC83-3CFE-4120-A9CA-916573757397}" presName="sibTrans" presStyleCnt="0"/>
      <dgm:spPr/>
    </dgm:pt>
    <dgm:pt modelId="{B3266D78-F548-42CB-A909-283B05A4A4D9}" type="pres">
      <dgm:prSet presAssocID="{2DCA6328-D6E1-45C3-9476-BA11276173C4}" presName="compNode" presStyleCnt="0"/>
      <dgm:spPr/>
    </dgm:pt>
    <dgm:pt modelId="{53086CC4-63D1-4BF6-9C9B-04C8B0913242}" type="pres">
      <dgm:prSet presAssocID="{2DCA6328-D6E1-45C3-9476-BA11276173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CA6F81E-ED35-4D15-A0E1-207A15BFA628}" type="pres">
      <dgm:prSet presAssocID="{2DCA6328-D6E1-45C3-9476-BA11276173C4}" presName="spaceRect" presStyleCnt="0"/>
      <dgm:spPr/>
    </dgm:pt>
    <dgm:pt modelId="{A2EBF610-84E6-4F96-98AC-F8E14240CC3D}" type="pres">
      <dgm:prSet presAssocID="{2DCA6328-D6E1-45C3-9476-BA11276173C4}" presName="textRect" presStyleLbl="revTx" presStyleIdx="1" presStyleCnt="4">
        <dgm:presLayoutVars>
          <dgm:chMax val="1"/>
          <dgm:chPref val="1"/>
        </dgm:presLayoutVars>
      </dgm:prSet>
      <dgm:spPr/>
    </dgm:pt>
    <dgm:pt modelId="{7B9C0976-F7B6-4D19-9B88-AECFA67DAAFF}" type="pres">
      <dgm:prSet presAssocID="{E0C77622-AF1C-4E99-B129-C44A3E976AC3}" presName="sibTrans" presStyleCnt="0"/>
      <dgm:spPr/>
    </dgm:pt>
    <dgm:pt modelId="{09B51FDA-D931-4BA4-9992-149967823037}" type="pres">
      <dgm:prSet presAssocID="{F69DFFDB-C1AF-4F5A-8EF5-4C3EB03ADDD3}" presName="compNode" presStyleCnt="0"/>
      <dgm:spPr/>
    </dgm:pt>
    <dgm:pt modelId="{3DD6CE3E-C26E-4396-83E8-7B4E68CF94EE}" type="pres">
      <dgm:prSet presAssocID="{F69DFFDB-C1AF-4F5A-8EF5-4C3EB03ADD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2445D3B-45D6-4500-8661-29587A71C309}" type="pres">
      <dgm:prSet presAssocID="{F69DFFDB-C1AF-4F5A-8EF5-4C3EB03ADDD3}" presName="spaceRect" presStyleCnt="0"/>
      <dgm:spPr/>
    </dgm:pt>
    <dgm:pt modelId="{12A656F2-4348-4A74-B2EF-692A18807BB3}" type="pres">
      <dgm:prSet presAssocID="{F69DFFDB-C1AF-4F5A-8EF5-4C3EB03ADDD3}" presName="textRect" presStyleLbl="revTx" presStyleIdx="2" presStyleCnt="4">
        <dgm:presLayoutVars>
          <dgm:chMax val="1"/>
          <dgm:chPref val="1"/>
        </dgm:presLayoutVars>
      </dgm:prSet>
      <dgm:spPr/>
    </dgm:pt>
    <dgm:pt modelId="{28B58D7D-2558-4000-A9D5-55EADEEB4473}" type="pres">
      <dgm:prSet presAssocID="{B024A2C5-F138-46BA-A0B4-D8E98392717D}" presName="sibTrans" presStyleCnt="0"/>
      <dgm:spPr/>
    </dgm:pt>
    <dgm:pt modelId="{A41022B2-E87F-423C-B5E7-08ABC659B124}" type="pres">
      <dgm:prSet presAssocID="{18D6663B-847A-4CE9-9FAF-9617156A6782}" presName="compNode" presStyleCnt="0"/>
      <dgm:spPr/>
    </dgm:pt>
    <dgm:pt modelId="{FF6B0A2F-58EE-4C14-A27B-AEDA80FB461D}" type="pres">
      <dgm:prSet presAssocID="{18D6663B-847A-4CE9-9FAF-9617156A67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999D66DD-EA3C-482E-AB2E-E83D872D1503}" type="pres">
      <dgm:prSet presAssocID="{18D6663B-847A-4CE9-9FAF-9617156A6782}" presName="spaceRect" presStyleCnt="0"/>
      <dgm:spPr/>
    </dgm:pt>
    <dgm:pt modelId="{8B8C6631-73B2-42B0-B1C0-923637803BD2}" type="pres">
      <dgm:prSet presAssocID="{18D6663B-847A-4CE9-9FAF-9617156A67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E5D066-0D13-4DC2-AFBC-E19CAF34EA42}" type="presOf" srcId="{F69DFFDB-C1AF-4F5A-8EF5-4C3EB03ADDD3}" destId="{12A656F2-4348-4A74-B2EF-692A18807BB3}" srcOrd="0" destOrd="0" presId="urn:microsoft.com/office/officeart/2018/2/layout/IconLabelList"/>
    <dgm:cxn modelId="{3D55764D-6759-4915-936C-DD88758B22D9}" srcId="{DA711D85-3623-427D-BAEE-7F5EFFD61350}" destId="{F69DFFDB-C1AF-4F5A-8EF5-4C3EB03ADDD3}" srcOrd="2" destOrd="0" parTransId="{D7286F90-CF8B-4291-B628-1DE9E115E551}" sibTransId="{B024A2C5-F138-46BA-A0B4-D8E98392717D}"/>
    <dgm:cxn modelId="{5E45EB57-6C69-44FB-A5DD-0C5BCE62B814}" srcId="{DA711D85-3623-427D-BAEE-7F5EFFD61350}" destId="{BE3A7575-8DB0-4968-84C7-5C262A9A8FB1}" srcOrd="0" destOrd="0" parTransId="{588D9D5C-9C2A-4794-A505-A6E51A2109CF}" sibTransId="{24D2EC83-3CFE-4120-A9CA-916573757397}"/>
    <dgm:cxn modelId="{14772C9B-0AC2-43F2-9AA8-962347DB4334}" srcId="{DA711D85-3623-427D-BAEE-7F5EFFD61350}" destId="{18D6663B-847A-4CE9-9FAF-9617156A6782}" srcOrd="3" destOrd="0" parTransId="{FF973716-9160-41C1-AFC8-DB17DCAD62C7}" sibTransId="{6DF688B1-97CC-4E1C-BE4A-418FCBFF9ED5}"/>
    <dgm:cxn modelId="{34F3B4AA-9971-4723-AF7E-BA2BD569588E}" type="presOf" srcId="{DA711D85-3623-427D-BAEE-7F5EFFD61350}" destId="{591AC652-028C-40D3-91F3-0EC8E042C9A1}" srcOrd="0" destOrd="0" presId="urn:microsoft.com/office/officeart/2018/2/layout/IconLabelList"/>
    <dgm:cxn modelId="{969CAFAD-9034-4DB5-AFE0-C105F0C09214}" srcId="{DA711D85-3623-427D-BAEE-7F5EFFD61350}" destId="{2DCA6328-D6E1-45C3-9476-BA11276173C4}" srcOrd="1" destOrd="0" parTransId="{31B6EDB6-5EAF-4EAB-B78B-CB53432254BC}" sibTransId="{E0C77622-AF1C-4E99-B129-C44A3E976AC3}"/>
    <dgm:cxn modelId="{3CD908B1-6DAC-49D3-8E61-0B156955FFF4}" type="presOf" srcId="{18D6663B-847A-4CE9-9FAF-9617156A6782}" destId="{8B8C6631-73B2-42B0-B1C0-923637803BD2}" srcOrd="0" destOrd="0" presId="urn:microsoft.com/office/officeart/2018/2/layout/IconLabelList"/>
    <dgm:cxn modelId="{0C1794E0-E490-4BCC-84C7-22BE6193650E}" type="presOf" srcId="{BE3A7575-8DB0-4968-84C7-5C262A9A8FB1}" destId="{C060B095-A0EB-49A4-9B24-70CF96584740}" srcOrd="0" destOrd="0" presId="urn:microsoft.com/office/officeart/2018/2/layout/IconLabelList"/>
    <dgm:cxn modelId="{CF346FF7-A5AB-4444-80FA-646D0B2BAF1A}" type="presOf" srcId="{2DCA6328-D6E1-45C3-9476-BA11276173C4}" destId="{A2EBF610-84E6-4F96-98AC-F8E14240CC3D}" srcOrd="0" destOrd="0" presId="urn:microsoft.com/office/officeart/2018/2/layout/IconLabelList"/>
    <dgm:cxn modelId="{7D8089B9-F30D-4CAD-AE1B-2147844A5FAD}" type="presParOf" srcId="{591AC652-028C-40D3-91F3-0EC8E042C9A1}" destId="{24F6FE00-E842-4551-AC52-9E7BDB3D3213}" srcOrd="0" destOrd="0" presId="urn:microsoft.com/office/officeart/2018/2/layout/IconLabelList"/>
    <dgm:cxn modelId="{61F88EAB-8CCE-4BE0-8B0A-8BCBFA40693A}" type="presParOf" srcId="{24F6FE00-E842-4551-AC52-9E7BDB3D3213}" destId="{A599F89F-F428-49B9-B7FC-A9B09F6447AD}" srcOrd="0" destOrd="0" presId="urn:microsoft.com/office/officeart/2018/2/layout/IconLabelList"/>
    <dgm:cxn modelId="{D828DC8D-0949-42F1-96D3-7ED3510CCB7C}" type="presParOf" srcId="{24F6FE00-E842-4551-AC52-9E7BDB3D3213}" destId="{C4AFF326-AD4C-4D3E-8499-7BD297805FE1}" srcOrd="1" destOrd="0" presId="urn:microsoft.com/office/officeart/2018/2/layout/IconLabelList"/>
    <dgm:cxn modelId="{6D541297-1DA1-4F0F-9F78-0D44F31E6FF6}" type="presParOf" srcId="{24F6FE00-E842-4551-AC52-9E7BDB3D3213}" destId="{C060B095-A0EB-49A4-9B24-70CF96584740}" srcOrd="2" destOrd="0" presId="urn:microsoft.com/office/officeart/2018/2/layout/IconLabelList"/>
    <dgm:cxn modelId="{8A69F214-F16A-4E67-9DA3-E005F6B43698}" type="presParOf" srcId="{591AC652-028C-40D3-91F3-0EC8E042C9A1}" destId="{B325E490-76B1-41CA-AA10-358720D0BD4D}" srcOrd="1" destOrd="0" presId="urn:microsoft.com/office/officeart/2018/2/layout/IconLabelList"/>
    <dgm:cxn modelId="{6D355FCE-5686-470E-B68C-32B49F067408}" type="presParOf" srcId="{591AC652-028C-40D3-91F3-0EC8E042C9A1}" destId="{B3266D78-F548-42CB-A909-283B05A4A4D9}" srcOrd="2" destOrd="0" presId="urn:microsoft.com/office/officeart/2018/2/layout/IconLabelList"/>
    <dgm:cxn modelId="{4BABEF1B-7C0A-4EC7-ACCA-795121DE2C64}" type="presParOf" srcId="{B3266D78-F548-42CB-A909-283B05A4A4D9}" destId="{53086CC4-63D1-4BF6-9C9B-04C8B0913242}" srcOrd="0" destOrd="0" presId="urn:microsoft.com/office/officeart/2018/2/layout/IconLabelList"/>
    <dgm:cxn modelId="{BAB8271B-BDD9-415E-8278-930F5FC481E6}" type="presParOf" srcId="{B3266D78-F548-42CB-A909-283B05A4A4D9}" destId="{0CA6F81E-ED35-4D15-A0E1-207A15BFA628}" srcOrd="1" destOrd="0" presId="urn:microsoft.com/office/officeart/2018/2/layout/IconLabelList"/>
    <dgm:cxn modelId="{46F5C857-84F7-4469-B0C3-CE01AA30E4D5}" type="presParOf" srcId="{B3266D78-F548-42CB-A909-283B05A4A4D9}" destId="{A2EBF610-84E6-4F96-98AC-F8E14240CC3D}" srcOrd="2" destOrd="0" presId="urn:microsoft.com/office/officeart/2018/2/layout/IconLabelList"/>
    <dgm:cxn modelId="{E7AB311E-7F62-4C3D-BFE9-A07687CF3C68}" type="presParOf" srcId="{591AC652-028C-40D3-91F3-0EC8E042C9A1}" destId="{7B9C0976-F7B6-4D19-9B88-AECFA67DAAFF}" srcOrd="3" destOrd="0" presId="urn:microsoft.com/office/officeart/2018/2/layout/IconLabelList"/>
    <dgm:cxn modelId="{4CE76BC5-6FF9-4A21-A41C-7D3AAC3CDAF8}" type="presParOf" srcId="{591AC652-028C-40D3-91F3-0EC8E042C9A1}" destId="{09B51FDA-D931-4BA4-9992-149967823037}" srcOrd="4" destOrd="0" presId="urn:microsoft.com/office/officeart/2018/2/layout/IconLabelList"/>
    <dgm:cxn modelId="{7A8CF14F-3A48-4426-A7CE-4B7BD1934D42}" type="presParOf" srcId="{09B51FDA-D931-4BA4-9992-149967823037}" destId="{3DD6CE3E-C26E-4396-83E8-7B4E68CF94EE}" srcOrd="0" destOrd="0" presId="urn:microsoft.com/office/officeart/2018/2/layout/IconLabelList"/>
    <dgm:cxn modelId="{09B3A0A3-5AA8-48D5-AE54-48C7A2346BB2}" type="presParOf" srcId="{09B51FDA-D931-4BA4-9992-149967823037}" destId="{12445D3B-45D6-4500-8661-29587A71C309}" srcOrd="1" destOrd="0" presId="urn:microsoft.com/office/officeart/2018/2/layout/IconLabelList"/>
    <dgm:cxn modelId="{297C1B41-B108-4E0C-A7BE-C40A1FB19A79}" type="presParOf" srcId="{09B51FDA-D931-4BA4-9992-149967823037}" destId="{12A656F2-4348-4A74-B2EF-692A18807BB3}" srcOrd="2" destOrd="0" presId="urn:microsoft.com/office/officeart/2018/2/layout/IconLabelList"/>
    <dgm:cxn modelId="{1C6D6EF7-7BB4-4710-8B01-D22B9C44CCE3}" type="presParOf" srcId="{591AC652-028C-40D3-91F3-0EC8E042C9A1}" destId="{28B58D7D-2558-4000-A9D5-55EADEEB4473}" srcOrd="5" destOrd="0" presId="urn:microsoft.com/office/officeart/2018/2/layout/IconLabelList"/>
    <dgm:cxn modelId="{71159FBB-8142-4E4B-97DD-414E3144DA24}" type="presParOf" srcId="{591AC652-028C-40D3-91F3-0EC8E042C9A1}" destId="{A41022B2-E87F-423C-B5E7-08ABC659B124}" srcOrd="6" destOrd="0" presId="urn:microsoft.com/office/officeart/2018/2/layout/IconLabelList"/>
    <dgm:cxn modelId="{1079BE94-47ED-434C-A909-D13510101984}" type="presParOf" srcId="{A41022B2-E87F-423C-B5E7-08ABC659B124}" destId="{FF6B0A2F-58EE-4C14-A27B-AEDA80FB461D}" srcOrd="0" destOrd="0" presId="urn:microsoft.com/office/officeart/2018/2/layout/IconLabelList"/>
    <dgm:cxn modelId="{C36CBF89-3856-4940-8461-6D38F83A5B55}" type="presParOf" srcId="{A41022B2-E87F-423C-B5E7-08ABC659B124}" destId="{999D66DD-EA3C-482E-AB2E-E83D872D1503}" srcOrd="1" destOrd="0" presId="urn:microsoft.com/office/officeart/2018/2/layout/IconLabelList"/>
    <dgm:cxn modelId="{8CBC9810-5CF5-4D4E-BDB4-655D641E0D4B}" type="presParOf" srcId="{A41022B2-E87F-423C-B5E7-08ABC659B124}" destId="{8B8C6631-73B2-42B0-B1C0-923637803B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84E005-10D8-4140-8DB5-16579BAB23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E4EEB3-034E-4443-9FC5-065089B71000}">
      <dgm:prSet/>
      <dgm:spPr/>
      <dgm:t>
        <a:bodyPr/>
        <a:lstStyle/>
        <a:p>
          <a:r>
            <a:rPr lang="de-DE"/>
            <a:t>Einlösen der Punkte</a:t>
          </a:r>
          <a:endParaRPr lang="en-US"/>
        </a:p>
      </dgm:t>
    </dgm:pt>
    <dgm:pt modelId="{BA44A982-B1DD-45EE-83EC-5A95544FBE43}" type="parTrans" cxnId="{1B4BCAA0-588A-4DDA-ACB3-725730DBA059}">
      <dgm:prSet/>
      <dgm:spPr/>
      <dgm:t>
        <a:bodyPr/>
        <a:lstStyle/>
        <a:p>
          <a:endParaRPr lang="en-US"/>
        </a:p>
      </dgm:t>
    </dgm:pt>
    <dgm:pt modelId="{34980465-EAC3-49CB-8279-16CEE59084C0}" type="sibTrans" cxnId="{1B4BCAA0-588A-4DDA-ACB3-725730DBA059}">
      <dgm:prSet/>
      <dgm:spPr/>
      <dgm:t>
        <a:bodyPr/>
        <a:lstStyle/>
        <a:p>
          <a:endParaRPr lang="en-US"/>
        </a:p>
      </dgm:t>
    </dgm:pt>
    <dgm:pt modelId="{B3A017F9-3435-4BD0-8D36-F9D4E184BA61}">
      <dgm:prSet/>
      <dgm:spPr/>
      <dgm:t>
        <a:bodyPr/>
        <a:lstStyle/>
        <a:p>
          <a:r>
            <a:rPr lang="de-DE"/>
            <a:t>Admin kann User, Produkte &amp; Punkte verwalten</a:t>
          </a:r>
          <a:endParaRPr lang="en-US"/>
        </a:p>
      </dgm:t>
    </dgm:pt>
    <dgm:pt modelId="{1D7384CF-D747-4312-89E0-1F18E9E3184B}" type="parTrans" cxnId="{443DC6C5-889E-498D-8B27-BED46DBC7D89}">
      <dgm:prSet/>
      <dgm:spPr/>
      <dgm:t>
        <a:bodyPr/>
        <a:lstStyle/>
        <a:p>
          <a:endParaRPr lang="en-US"/>
        </a:p>
      </dgm:t>
    </dgm:pt>
    <dgm:pt modelId="{2491B5FC-2F13-4877-9DC0-DEFF4C539CC2}" type="sibTrans" cxnId="{443DC6C5-889E-498D-8B27-BED46DBC7D89}">
      <dgm:prSet/>
      <dgm:spPr/>
      <dgm:t>
        <a:bodyPr/>
        <a:lstStyle/>
        <a:p>
          <a:endParaRPr lang="en-US"/>
        </a:p>
      </dgm:t>
    </dgm:pt>
    <dgm:pt modelId="{DCBDF870-3F5B-4708-82A4-C26CED325C58}">
      <dgm:prSet/>
      <dgm:spPr/>
      <dgm:t>
        <a:bodyPr/>
        <a:lstStyle/>
        <a:p>
          <a:r>
            <a:rPr lang="de-DE"/>
            <a:t>User haben transparente Punkteübersicht</a:t>
          </a:r>
          <a:endParaRPr lang="en-US"/>
        </a:p>
      </dgm:t>
    </dgm:pt>
    <dgm:pt modelId="{FB20112C-820E-4DDA-AD11-A84878D5ECEA}" type="parTrans" cxnId="{9B526823-8423-443B-8120-15A6E7DDC7C9}">
      <dgm:prSet/>
      <dgm:spPr/>
      <dgm:t>
        <a:bodyPr/>
        <a:lstStyle/>
        <a:p>
          <a:endParaRPr lang="en-US"/>
        </a:p>
      </dgm:t>
    </dgm:pt>
    <dgm:pt modelId="{67CA90A2-53D2-4E3A-8E9C-52B3AE4104C5}" type="sibTrans" cxnId="{9B526823-8423-443B-8120-15A6E7DDC7C9}">
      <dgm:prSet/>
      <dgm:spPr/>
      <dgm:t>
        <a:bodyPr/>
        <a:lstStyle/>
        <a:p>
          <a:endParaRPr lang="en-US"/>
        </a:p>
      </dgm:t>
    </dgm:pt>
    <dgm:pt modelId="{38E76350-3965-45A6-A4F9-47B3152D8C84}" type="pres">
      <dgm:prSet presAssocID="{1184E005-10D8-4140-8DB5-16579BAB23F6}" presName="root" presStyleCnt="0">
        <dgm:presLayoutVars>
          <dgm:dir/>
          <dgm:resizeHandles val="exact"/>
        </dgm:presLayoutVars>
      </dgm:prSet>
      <dgm:spPr/>
    </dgm:pt>
    <dgm:pt modelId="{74F096B6-2FDE-483C-BCA0-5DFEEFE972FB}" type="pres">
      <dgm:prSet presAssocID="{F6E4EEB3-034E-4443-9FC5-065089B71000}" presName="compNode" presStyleCnt="0"/>
      <dgm:spPr/>
    </dgm:pt>
    <dgm:pt modelId="{48246252-F2D8-45B9-8DDA-1AA5EE93FAC4}" type="pres">
      <dgm:prSet presAssocID="{F6E4EEB3-034E-4443-9FC5-065089B710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rierkasse"/>
        </a:ext>
      </dgm:extLst>
    </dgm:pt>
    <dgm:pt modelId="{BC77262F-C14A-4588-AD1E-07438F18D904}" type="pres">
      <dgm:prSet presAssocID="{F6E4EEB3-034E-4443-9FC5-065089B71000}" presName="spaceRect" presStyleCnt="0"/>
      <dgm:spPr/>
    </dgm:pt>
    <dgm:pt modelId="{810F5662-F887-4B56-BD1B-69F28570005D}" type="pres">
      <dgm:prSet presAssocID="{F6E4EEB3-034E-4443-9FC5-065089B71000}" presName="textRect" presStyleLbl="revTx" presStyleIdx="0" presStyleCnt="3">
        <dgm:presLayoutVars>
          <dgm:chMax val="1"/>
          <dgm:chPref val="1"/>
        </dgm:presLayoutVars>
      </dgm:prSet>
      <dgm:spPr/>
    </dgm:pt>
    <dgm:pt modelId="{50503EE3-6023-40C6-B779-7D2CE98E9CA5}" type="pres">
      <dgm:prSet presAssocID="{34980465-EAC3-49CB-8279-16CEE59084C0}" presName="sibTrans" presStyleCnt="0"/>
      <dgm:spPr/>
    </dgm:pt>
    <dgm:pt modelId="{1B951B53-C58E-46DB-90F7-9C9943969EB0}" type="pres">
      <dgm:prSet presAssocID="{B3A017F9-3435-4BD0-8D36-F9D4E184BA61}" presName="compNode" presStyleCnt="0"/>
      <dgm:spPr/>
    </dgm:pt>
    <dgm:pt modelId="{6A54FC21-626F-490E-A14D-69A550ECF0E1}" type="pres">
      <dgm:prSet presAssocID="{B3A017F9-3435-4BD0-8D36-F9D4E184BA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5088AAB2-1BDD-4275-A363-5FF85922F6A7}" type="pres">
      <dgm:prSet presAssocID="{B3A017F9-3435-4BD0-8D36-F9D4E184BA61}" presName="spaceRect" presStyleCnt="0"/>
      <dgm:spPr/>
    </dgm:pt>
    <dgm:pt modelId="{B5EB38C1-3FE7-4C43-BFC6-CC9D01EF7465}" type="pres">
      <dgm:prSet presAssocID="{B3A017F9-3435-4BD0-8D36-F9D4E184BA61}" presName="textRect" presStyleLbl="revTx" presStyleIdx="1" presStyleCnt="3">
        <dgm:presLayoutVars>
          <dgm:chMax val="1"/>
          <dgm:chPref val="1"/>
        </dgm:presLayoutVars>
      </dgm:prSet>
      <dgm:spPr/>
    </dgm:pt>
    <dgm:pt modelId="{12E52BAE-B114-4697-9043-FE245B9E8E4B}" type="pres">
      <dgm:prSet presAssocID="{2491B5FC-2F13-4877-9DC0-DEFF4C539CC2}" presName="sibTrans" presStyleCnt="0"/>
      <dgm:spPr/>
    </dgm:pt>
    <dgm:pt modelId="{23A64B53-4EEE-44AC-84BB-141DC39E0D53}" type="pres">
      <dgm:prSet presAssocID="{DCBDF870-3F5B-4708-82A4-C26CED325C58}" presName="compNode" presStyleCnt="0"/>
      <dgm:spPr/>
    </dgm:pt>
    <dgm:pt modelId="{5990A5EA-DAA2-4752-A6DE-1FD9F4136453}" type="pres">
      <dgm:prSet presAssocID="{DCBDF870-3F5B-4708-82A4-C26CED325C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BD0F1A1B-8695-434A-854F-F3194D45F9C5}" type="pres">
      <dgm:prSet presAssocID="{DCBDF870-3F5B-4708-82A4-C26CED325C58}" presName="spaceRect" presStyleCnt="0"/>
      <dgm:spPr/>
    </dgm:pt>
    <dgm:pt modelId="{60E03A04-5B49-4A48-BCCA-01ED8AF6F9B7}" type="pres">
      <dgm:prSet presAssocID="{DCBDF870-3F5B-4708-82A4-C26CED325C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526823-8423-443B-8120-15A6E7DDC7C9}" srcId="{1184E005-10D8-4140-8DB5-16579BAB23F6}" destId="{DCBDF870-3F5B-4708-82A4-C26CED325C58}" srcOrd="2" destOrd="0" parTransId="{FB20112C-820E-4DDA-AD11-A84878D5ECEA}" sibTransId="{67CA90A2-53D2-4E3A-8E9C-52B3AE4104C5}"/>
    <dgm:cxn modelId="{87F3924D-43AE-4640-9035-01AF7D271AA2}" type="presOf" srcId="{F6E4EEB3-034E-4443-9FC5-065089B71000}" destId="{810F5662-F887-4B56-BD1B-69F28570005D}" srcOrd="0" destOrd="0" presId="urn:microsoft.com/office/officeart/2018/2/layout/IconLabelList"/>
    <dgm:cxn modelId="{2EB3658A-5801-49BA-AAA8-8744D6155784}" type="presOf" srcId="{B3A017F9-3435-4BD0-8D36-F9D4E184BA61}" destId="{B5EB38C1-3FE7-4C43-BFC6-CC9D01EF7465}" srcOrd="0" destOrd="0" presId="urn:microsoft.com/office/officeart/2018/2/layout/IconLabelList"/>
    <dgm:cxn modelId="{1B4BCAA0-588A-4DDA-ACB3-725730DBA059}" srcId="{1184E005-10D8-4140-8DB5-16579BAB23F6}" destId="{F6E4EEB3-034E-4443-9FC5-065089B71000}" srcOrd="0" destOrd="0" parTransId="{BA44A982-B1DD-45EE-83EC-5A95544FBE43}" sibTransId="{34980465-EAC3-49CB-8279-16CEE59084C0}"/>
    <dgm:cxn modelId="{6B4D0CB3-41A2-4C38-920D-707BABC1B18A}" type="presOf" srcId="{DCBDF870-3F5B-4708-82A4-C26CED325C58}" destId="{60E03A04-5B49-4A48-BCCA-01ED8AF6F9B7}" srcOrd="0" destOrd="0" presId="urn:microsoft.com/office/officeart/2018/2/layout/IconLabelList"/>
    <dgm:cxn modelId="{443DC6C5-889E-498D-8B27-BED46DBC7D89}" srcId="{1184E005-10D8-4140-8DB5-16579BAB23F6}" destId="{B3A017F9-3435-4BD0-8D36-F9D4E184BA61}" srcOrd="1" destOrd="0" parTransId="{1D7384CF-D747-4312-89E0-1F18E9E3184B}" sibTransId="{2491B5FC-2F13-4877-9DC0-DEFF4C539CC2}"/>
    <dgm:cxn modelId="{E9B7AAD5-7330-43B4-8EBE-912DF8EF50BB}" type="presOf" srcId="{1184E005-10D8-4140-8DB5-16579BAB23F6}" destId="{38E76350-3965-45A6-A4F9-47B3152D8C84}" srcOrd="0" destOrd="0" presId="urn:microsoft.com/office/officeart/2018/2/layout/IconLabelList"/>
    <dgm:cxn modelId="{9538C7F5-8931-4A89-BA18-A6ECD478ED5A}" type="presParOf" srcId="{38E76350-3965-45A6-A4F9-47B3152D8C84}" destId="{74F096B6-2FDE-483C-BCA0-5DFEEFE972FB}" srcOrd="0" destOrd="0" presId="urn:microsoft.com/office/officeart/2018/2/layout/IconLabelList"/>
    <dgm:cxn modelId="{28DCF882-A82E-4A9C-8EBC-5BA17B8AFB74}" type="presParOf" srcId="{74F096B6-2FDE-483C-BCA0-5DFEEFE972FB}" destId="{48246252-F2D8-45B9-8DDA-1AA5EE93FAC4}" srcOrd="0" destOrd="0" presId="urn:microsoft.com/office/officeart/2018/2/layout/IconLabelList"/>
    <dgm:cxn modelId="{8F6D528C-3339-4FD2-A7D9-5EB6400830AA}" type="presParOf" srcId="{74F096B6-2FDE-483C-BCA0-5DFEEFE972FB}" destId="{BC77262F-C14A-4588-AD1E-07438F18D904}" srcOrd="1" destOrd="0" presId="urn:microsoft.com/office/officeart/2018/2/layout/IconLabelList"/>
    <dgm:cxn modelId="{C1D20C2E-4990-44F6-A4E2-DD4670FCF9C5}" type="presParOf" srcId="{74F096B6-2FDE-483C-BCA0-5DFEEFE972FB}" destId="{810F5662-F887-4B56-BD1B-69F28570005D}" srcOrd="2" destOrd="0" presId="urn:microsoft.com/office/officeart/2018/2/layout/IconLabelList"/>
    <dgm:cxn modelId="{B8DFA264-77F8-4006-B06F-7F211ACE78AA}" type="presParOf" srcId="{38E76350-3965-45A6-A4F9-47B3152D8C84}" destId="{50503EE3-6023-40C6-B779-7D2CE98E9CA5}" srcOrd="1" destOrd="0" presId="urn:microsoft.com/office/officeart/2018/2/layout/IconLabelList"/>
    <dgm:cxn modelId="{A909F854-BFF0-4A6D-A91A-314ED7BFD62A}" type="presParOf" srcId="{38E76350-3965-45A6-A4F9-47B3152D8C84}" destId="{1B951B53-C58E-46DB-90F7-9C9943969EB0}" srcOrd="2" destOrd="0" presId="urn:microsoft.com/office/officeart/2018/2/layout/IconLabelList"/>
    <dgm:cxn modelId="{F459B35D-EE79-4F33-9935-3ABF2F91368F}" type="presParOf" srcId="{1B951B53-C58E-46DB-90F7-9C9943969EB0}" destId="{6A54FC21-626F-490E-A14D-69A550ECF0E1}" srcOrd="0" destOrd="0" presId="urn:microsoft.com/office/officeart/2018/2/layout/IconLabelList"/>
    <dgm:cxn modelId="{6F166313-1182-4C47-AEE5-5FA4D981BB57}" type="presParOf" srcId="{1B951B53-C58E-46DB-90F7-9C9943969EB0}" destId="{5088AAB2-1BDD-4275-A363-5FF85922F6A7}" srcOrd="1" destOrd="0" presId="urn:microsoft.com/office/officeart/2018/2/layout/IconLabelList"/>
    <dgm:cxn modelId="{E27ED332-F2BB-4305-A19D-D44A55EBD579}" type="presParOf" srcId="{1B951B53-C58E-46DB-90F7-9C9943969EB0}" destId="{B5EB38C1-3FE7-4C43-BFC6-CC9D01EF7465}" srcOrd="2" destOrd="0" presId="urn:microsoft.com/office/officeart/2018/2/layout/IconLabelList"/>
    <dgm:cxn modelId="{9B7F6BAE-EABB-4829-B641-CB06AD951D3B}" type="presParOf" srcId="{38E76350-3965-45A6-A4F9-47B3152D8C84}" destId="{12E52BAE-B114-4697-9043-FE245B9E8E4B}" srcOrd="3" destOrd="0" presId="urn:microsoft.com/office/officeart/2018/2/layout/IconLabelList"/>
    <dgm:cxn modelId="{36334B71-6BAB-429A-A350-64A5563B949D}" type="presParOf" srcId="{38E76350-3965-45A6-A4F9-47B3152D8C84}" destId="{23A64B53-4EEE-44AC-84BB-141DC39E0D53}" srcOrd="4" destOrd="0" presId="urn:microsoft.com/office/officeart/2018/2/layout/IconLabelList"/>
    <dgm:cxn modelId="{364A051F-DDD4-4628-A168-5975053AE6A0}" type="presParOf" srcId="{23A64B53-4EEE-44AC-84BB-141DC39E0D53}" destId="{5990A5EA-DAA2-4752-A6DE-1FD9F4136453}" srcOrd="0" destOrd="0" presId="urn:microsoft.com/office/officeart/2018/2/layout/IconLabelList"/>
    <dgm:cxn modelId="{129CAAB7-72FB-4B67-9390-F4ABCB0656A7}" type="presParOf" srcId="{23A64B53-4EEE-44AC-84BB-141DC39E0D53}" destId="{BD0F1A1B-8695-434A-854F-F3194D45F9C5}" srcOrd="1" destOrd="0" presId="urn:microsoft.com/office/officeart/2018/2/layout/IconLabelList"/>
    <dgm:cxn modelId="{2A220C51-4592-4993-B64D-E32DE023FCD3}" type="presParOf" srcId="{23A64B53-4EEE-44AC-84BB-141DC39E0D53}" destId="{60E03A04-5B49-4A48-BCCA-01ED8AF6F9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B69822-A145-47E6-835F-A3EB5E51295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9D689AE-7ED3-454A-A5A4-37757B5381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3-Schichten-Architektur:</a:t>
          </a:r>
          <a:endParaRPr lang="en-US"/>
        </a:p>
      </dgm:t>
    </dgm:pt>
    <dgm:pt modelId="{B7EAB1D5-A831-4BFE-8B42-3F827943B78A}" type="parTrans" cxnId="{96999952-948E-47D6-8E67-1E896A77278F}">
      <dgm:prSet/>
      <dgm:spPr/>
      <dgm:t>
        <a:bodyPr/>
        <a:lstStyle/>
        <a:p>
          <a:endParaRPr lang="en-US"/>
        </a:p>
      </dgm:t>
    </dgm:pt>
    <dgm:pt modelId="{5DF3FB12-F94C-4550-8C22-66670E574B67}" type="sibTrans" cxnId="{96999952-948E-47D6-8E67-1E896A77278F}">
      <dgm:prSet/>
      <dgm:spPr/>
      <dgm:t>
        <a:bodyPr/>
        <a:lstStyle/>
        <a:p>
          <a:endParaRPr lang="en-US"/>
        </a:p>
      </dgm:t>
    </dgm:pt>
    <dgm:pt modelId="{EBED80ED-41FD-4200-9349-74496DCC48E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Frontend (HTML, CSS, JavaScript)</a:t>
          </a:r>
          <a:endParaRPr lang="en-US"/>
        </a:p>
      </dgm:t>
    </dgm:pt>
    <dgm:pt modelId="{7D115E0D-B796-4304-B86D-A2FE6AB5D290}" type="parTrans" cxnId="{31D2EC07-B486-4D31-836A-FD2C3F831395}">
      <dgm:prSet/>
      <dgm:spPr/>
      <dgm:t>
        <a:bodyPr/>
        <a:lstStyle/>
        <a:p>
          <a:endParaRPr lang="en-US"/>
        </a:p>
      </dgm:t>
    </dgm:pt>
    <dgm:pt modelId="{967E2F72-1682-4021-8F82-90613304736B}" type="sibTrans" cxnId="{31D2EC07-B486-4D31-836A-FD2C3F831395}">
      <dgm:prSet/>
      <dgm:spPr/>
      <dgm:t>
        <a:bodyPr/>
        <a:lstStyle/>
        <a:p>
          <a:endParaRPr lang="en-US"/>
        </a:p>
      </dgm:t>
    </dgm:pt>
    <dgm:pt modelId="{6BA571A2-87C6-4D07-9B70-7F91DA7D6A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(Spring Boot REST API)</a:t>
          </a:r>
        </a:p>
      </dgm:t>
    </dgm:pt>
    <dgm:pt modelId="{15D941B9-CCC7-49C2-8B40-D2CFA8E9CB94}" type="parTrans" cxnId="{4016D7E8-AFD2-4740-BDA6-B7BEF730A828}">
      <dgm:prSet/>
      <dgm:spPr/>
      <dgm:t>
        <a:bodyPr/>
        <a:lstStyle/>
        <a:p>
          <a:endParaRPr lang="en-US"/>
        </a:p>
      </dgm:t>
    </dgm:pt>
    <dgm:pt modelId="{B02BEE6D-C0C2-475D-9989-97CDB5228E5F}" type="sibTrans" cxnId="{4016D7E8-AFD2-4740-BDA6-B7BEF730A828}">
      <dgm:prSet/>
      <dgm:spPr/>
      <dgm:t>
        <a:bodyPr/>
        <a:lstStyle/>
        <a:p>
          <a:endParaRPr lang="en-US"/>
        </a:p>
      </dgm:t>
    </dgm:pt>
    <dgm:pt modelId="{E9CF88C6-5EBA-471E-BC50-D029D7407DD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Datenbank (H2)</a:t>
          </a:r>
          <a:endParaRPr lang="en-US"/>
        </a:p>
      </dgm:t>
    </dgm:pt>
    <dgm:pt modelId="{529D4622-0AD0-4EA8-BF69-AA5E8BDD2E76}" type="parTrans" cxnId="{D7130DD8-0627-4677-BE61-3DFFAC0788A5}">
      <dgm:prSet/>
      <dgm:spPr/>
      <dgm:t>
        <a:bodyPr/>
        <a:lstStyle/>
        <a:p>
          <a:endParaRPr lang="en-US"/>
        </a:p>
      </dgm:t>
    </dgm:pt>
    <dgm:pt modelId="{372512E6-04FC-49ED-83C1-12D6A203259A}" type="sibTrans" cxnId="{D7130DD8-0627-4677-BE61-3DFFAC0788A5}">
      <dgm:prSet/>
      <dgm:spPr/>
      <dgm:t>
        <a:bodyPr/>
        <a:lstStyle/>
        <a:p>
          <a:endParaRPr lang="en-US"/>
        </a:p>
      </dgm:t>
    </dgm:pt>
    <dgm:pt modelId="{7FEEC009-232E-41B4-84F2-3627C44BBB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Kommunikation:</a:t>
          </a:r>
          <a:endParaRPr lang="en-US"/>
        </a:p>
      </dgm:t>
    </dgm:pt>
    <dgm:pt modelId="{838D48BE-E2A0-4E26-8BF3-BD1319E6A2A3}" type="parTrans" cxnId="{E94A3BD6-E4DB-4BD6-A562-951027398176}">
      <dgm:prSet/>
      <dgm:spPr/>
      <dgm:t>
        <a:bodyPr/>
        <a:lstStyle/>
        <a:p>
          <a:endParaRPr lang="en-US"/>
        </a:p>
      </dgm:t>
    </dgm:pt>
    <dgm:pt modelId="{0207671B-952F-40B2-9D62-DCC516722025}" type="sibTrans" cxnId="{E94A3BD6-E4DB-4BD6-A562-951027398176}">
      <dgm:prSet/>
      <dgm:spPr/>
      <dgm:t>
        <a:bodyPr/>
        <a:lstStyle/>
        <a:p>
          <a:endParaRPr lang="en-US"/>
        </a:p>
      </dgm:t>
    </dgm:pt>
    <dgm:pt modelId="{6DC960D5-6F66-4E29-BB8A-EDBF3C988A5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REST (HTTP / JSON)</a:t>
          </a:r>
          <a:endParaRPr lang="en-US"/>
        </a:p>
      </dgm:t>
    </dgm:pt>
    <dgm:pt modelId="{01A4944A-AEDB-4CBE-8874-DF28572B1273}" type="parTrans" cxnId="{151AA447-6F92-42DC-A908-D3AB46EB39A1}">
      <dgm:prSet/>
      <dgm:spPr/>
      <dgm:t>
        <a:bodyPr/>
        <a:lstStyle/>
        <a:p>
          <a:endParaRPr lang="en-US"/>
        </a:p>
      </dgm:t>
    </dgm:pt>
    <dgm:pt modelId="{CCF560C0-1682-4886-B4D8-266BD3CCFBCA}" type="sibTrans" cxnId="{151AA447-6F92-42DC-A908-D3AB46EB39A1}">
      <dgm:prSet/>
      <dgm:spPr/>
      <dgm:t>
        <a:bodyPr/>
        <a:lstStyle/>
        <a:p>
          <a:endParaRPr lang="en-US"/>
        </a:p>
      </dgm:t>
    </dgm:pt>
    <dgm:pt modelId="{BE8AAC74-FD72-469E-97A4-8C75D81E68F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Authentifizierung mit JWT Token</a:t>
          </a:r>
          <a:endParaRPr lang="en-US"/>
        </a:p>
      </dgm:t>
    </dgm:pt>
    <dgm:pt modelId="{7F4711FC-2E57-49B0-9E86-B6D63373D51C}" type="parTrans" cxnId="{9159F3AA-B526-495D-871C-4FA79550BDE3}">
      <dgm:prSet/>
      <dgm:spPr/>
      <dgm:t>
        <a:bodyPr/>
        <a:lstStyle/>
        <a:p>
          <a:endParaRPr lang="en-US"/>
        </a:p>
      </dgm:t>
    </dgm:pt>
    <dgm:pt modelId="{EE13CD84-C178-463C-A4F9-EACACE0607F8}" type="sibTrans" cxnId="{9159F3AA-B526-495D-871C-4FA79550BDE3}">
      <dgm:prSet/>
      <dgm:spPr/>
      <dgm:t>
        <a:bodyPr/>
        <a:lstStyle/>
        <a:p>
          <a:endParaRPr lang="en-US"/>
        </a:p>
      </dgm:t>
    </dgm:pt>
    <dgm:pt modelId="{EE5AFFA8-B60D-4F78-A9B8-24595C666F35}" type="pres">
      <dgm:prSet presAssocID="{63B69822-A145-47E6-835F-A3EB5E512950}" presName="root" presStyleCnt="0">
        <dgm:presLayoutVars>
          <dgm:dir/>
          <dgm:resizeHandles val="exact"/>
        </dgm:presLayoutVars>
      </dgm:prSet>
      <dgm:spPr/>
    </dgm:pt>
    <dgm:pt modelId="{4A511D16-27B1-4FCB-828F-95E89220C2E0}" type="pres">
      <dgm:prSet presAssocID="{F9D689AE-7ED3-454A-A5A4-37757B5381A1}" presName="compNode" presStyleCnt="0"/>
      <dgm:spPr/>
    </dgm:pt>
    <dgm:pt modelId="{F3234FFF-A6C9-49F0-A04A-463349A2EE3D}" type="pres">
      <dgm:prSet presAssocID="{F9D689AE-7ED3-454A-A5A4-37757B5381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8A2DAEC-8FC9-42F6-A6C6-1E27F3D9DA53}" type="pres">
      <dgm:prSet presAssocID="{F9D689AE-7ED3-454A-A5A4-37757B5381A1}" presName="iconSpace" presStyleCnt="0"/>
      <dgm:spPr/>
    </dgm:pt>
    <dgm:pt modelId="{9F3A91F7-8DED-4ACE-9A9C-49F3A4F9F3F6}" type="pres">
      <dgm:prSet presAssocID="{F9D689AE-7ED3-454A-A5A4-37757B5381A1}" presName="parTx" presStyleLbl="revTx" presStyleIdx="0" presStyleCnt="4">
        <dgm:presLayoutVars>
          <dgm:chMax val="0"/>
          <dgm:chPref val="0"/>
        </dgm:presLayoutVars>
      </dgm:prSet>
      <dgm:spPr/>
    </dgm:pt>
    <dgm:pt modelId="{924391E3-1A52-405F-8F6E-4BC9895E014B}" type="pres">
      <dgm:prSet presAssocID="{F9D689AE-7ED3-454A-A5A4-37757B5381A1}" presName="txSpace" presStyleCnt="0"/>
      <dgm:spPr/>
    </dgm:pt>
    <dgm:pt modelId="{DDA38F4F-F0FC-4FE9-B7B7-E196A7FDF4C2}" type="pres">
      <dgm:prSet presAssocID="{F9D689AE-7ED3-454A-A5A4-37757B5381A1}" presName="desTx" presStyleLbl="revTx" presStyleIdx="1" presStyleCnt="4">
        <dgm:presLayoutVars/>
      </dgm:prSet>
      <dgm:spPr/>
    </dgm:pt>
    <dgm:pt modelId="{19806F8B-BD69-4B12-AD79-48AF8EEAE8BE}" type="pres">
      <dgm:prSet presAssocID="{5DF3FB12-F94C-4550-8C22-66670E574B67}" presName="sibTrans" presStyleCnt="0"/>
      <dgm:spPr/>
    </dgm:pt>
    <dgm:pt modelId="{C09B1627-0D61-4670-8E27-16F7DACDD276}" type="pres">
      <dgm:prSet presAssocID="{7FEEC009-232E-41B4-84F2-3627C44BBB82}" presName="compNode" presStyleCnt="0"/>
      <dgm:spPr/>
    </dgm:pt>
    <dgm:pt modelId="{7F5D86E9-5AA1-4DDE-AAF6-1F59940B5D92}" type="pres">
      <dgm:prSet presAssocID="{7FEEC009-232E-41B4-84F2-3627C44BBB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lüssel"/>
        </a:ext>
      </dgm:extLst>
    </dgm:pt>
    <dgm:pt modelId="{08D3964F-0BD7-4A10-8141-6822CA3122B7}" type="pres">
      <dgm:prSet presAssocID="{7FEEC009-232E-41B4-84F2-3627C44BBB82}" presName="iconSpace" presStyleCnt="0"/>
      <dgm:spPr/>
    </dgm:pt>
    <dgm:pt modelId="{E51D141A-298B-4925-A8E5-FE4B07E781F9}" type="pres">
      <dgm:prSet presAssocID="{7FEEC009-232E-41B4-84F2-3627C44BBB82}" presName="parTx" presStyleLbl="revTx" presStyleIdx="2" presStyleCnt="4">
        <dgm:presLayoutVars>
          <dgm:chMax val="0"/>
          <dgm:chPref val="0"/>
        </dgm:presLayoutVars>
      </dgm:prSet>
      <dgm:spPr/>
    </dgm:pt>
    <dgm:pt modelId="{BDA099BF-67FF-4897-9D50-431CF40D3F6E}" type="pres">
      <dgm:prSet presAssocID="{7FEEC009-232E-41B4-84F2-3627C44BBB82}" presName="txSpace" presStyleCnt="0"/>
      <dgm:spPr/>
    </dgm:pt>
    <dgm:pt modelId="{FFF9C591-DC22-4702-85C0-B26C912511A5}" type="pres">
      <dgm:prSet presAssocID="{7FEEC009-232E-41B4-84F2-3627C44BBB82}" presName="desTx" presStyleLbl="revTx" presStyleIdx="3" presStyleCnt="4">
        <dgm:presLayoutVars/>
      </dgm:prSet>
      <dgm:spPr/>
    </dgm:pt>
  </dgm:ptLst>
  <dgm:cxnLst>
    <dgm:cxn modelId="{31D2EC07-B486-4D31-836A-FD2C3F831395}" srcId="{F9D689AE-7ED3-454A-A5A4-37757B5381A1}" destId="{EBED80ED-41FD-4200-9349-74496DCC48E6}" srcOrd="0" destOrd="0" parTransId="{7D115E0D-B796-4304-B86D-A2FE6AB5D290}" sibTransId="{967E2F72-1682-4021-8F82-90613304736B}"/>
    <dgm:cxn modelId="{481C0622-32D5-4F1A-B800-B51AFAF68205}" type="presOf" srcId="{EBED80ED-41FD-4200-9349-74496DCC48E6}" destId="{DDA38F4F-F0FC-4FE9-B7B7-E196A7FDF4C2}" srcOrd="0" destOrd="0" presId="urn:microsoft.com/office/officeart/2018/2/layout/IconLabelDescriptionList"/>
    <dgm:cxn modelId="{FB44C15C-333A-4147-A2AC-E057EAA42A50}" type="presOf" srcId="{63B69822-A145-47E6-835F-A3EB5E512950}" destId="{EE5AFFA8-B60D-4F78-A9B8-24595C666F35}" srcOrd="0" destOrd="0" presId="urn:microsoft.com/office/officeart/2018/2/layout/IconLabelDescriptionList"/>
    <dgm:cxn modelId="{4721455F-9267-4C0D-B167-BAEAF90FA011}" type="presOf" srcId="{E9CF88C6-5EBA-471E-BC50-D029D7407DDD}" destId="{DDA38F4F-F0FC-4FE9-B7B7-E196A7FDF4C2}" srcOrd="0" destOrd="2" presId="urn:microsoft.com/office/officeart/2018/2/layout/IconLabelDescriptionList"/>
    <dgm:cxn modelId="{7E6CF361-7A2A-41D0-BA31-CA695FF12E68}" type="presOf" srcId="{6DC960D5-6F66-4E29-BB8A-EDBF3C988A50}" destId="{FFF9C591-DC22-4702-85C0-B26C912511A5}" srcOrd="0" destOrd="0" presId="urn:microsoft.com/office/officeart/2018/2/layout/IconLabelDescriptionList"/>
    <dgm:cxn modelId="{5285E745-04E5-46DC-9EDF-F99837C75E63}" type="presOf" srcId="{F9D689AE-7ED3-454A-A5A4-37757B5381A1}" destId="{9F3A91F7-8DED-4ACE-9A9C-49F3A4F9F3F6}" srcOrd="0" destOrd="0" presId="urn:microsoft.com/office/officeart/2018/2/layout/IconLabelDescriptionList"/>
    <dgm:cxn modelId="{151AA447-6F92-42DC-A908-D3AB46EB39A1}" srcId="{7FEEC009-232E-41B4-84F2-3627C44BBB82}" destId="{6DC960D5-6F66-4E29-BB8A-EDBF3C988A50}" srcOrd="0" destOrd="0" parTransId="{01A4944A-AEDB-4CBE-8874-DF28572B1273}" sibTransId="{CCF560C0-1682-4886-B4D8-266BD3CCFBCA}"/>
    <dgm:cxn modelId="{A191D851-B875-4D62-A22F-B20063787624}" type="presOf" srcId="{BE8AAC74-FD72-469E-97A4-8C75D81E68F2}" destId="{FFF9C591-DC22-4702-85C0-B26C912511A5}" srcOrd="0" destOrd="1" presId="urn:microsoft.com/office/officeart/2018/2/layout/IconLabelDescriptionList"/>
    <dgm:cxn modelId="{96999952-948E-47D6-8E67-1E896A77278F}" srcId="{63B69822-A145-47E6-835F-A3EB5E512950}" destId="{F9D689AE-7ED3-454A-A5A4-37757B5381A1}" srcOrd="0" destOrd="0" parTransId="{B7EAB1D5-A831-4BFE-8B42-3F827943B78A}" sibTransId="{5DF3FB12-F94C-4550-8C22-66670E574B67}"/>
    <dgm:cxn modelId="{9159F3AA-B526-495D-871C-4FA79550BDE3}" srcId="{7FEEC009-232E-41B4-84F2-3627C44BBB82}" destId="{BE8AAC74-FD72-469E-97A4-8C75D81E68F2}" srcOrd="1" destOrd="0" parTransId="{7F4711FC-2E57-49B0-9E86-B6D63373D51C}" sibTransId="{EE13CD84-C178-463C-A4F9-EACACE0607F8}"/>
    <dgm:cxn modelId="{BFF055C5-FDB9-4FBD-89C7-8ABDF71A616F}" type="presOf" srcId="{6BA571A2-87C6-4D07-9B70-7F91DA7D6A11}" destId="{DDA38F4F-F0FC-4FE9-B7B7-E196A7FDF4C2}" srcOrd="0" destOrd="1" presId="urn:microsoft.com/office/officeart/2018/2/layout/IconLabelDescriptionList"/>
    <dgm:cxn modelId="{E94A3BD6-E4DB-4BD6-A562-951027398176}" srcId="{63B69822-A145-47E6-835F-A3EB5E512950}" destId="{7FEEC009-232E-41B4-84F2-3627C44BBB82}" srcOrd="1" destOrd="0" parTransId="{838D48BE-E2A0-4E26-8BF3-BD1319E6A2A3}" sibTransId="{0207671B-952F-40B2-9D62-DCC516722025}"/>
    <dgm:cxn modelId="{D7130DD8-0627-4677-BE61-3DFFAC0788A5}" srcId="{F9D689AE-7ED3-454A-A5A4-37757B5381A1}" destId="{E9CF88C6-5EBA-471E-BC50-D029D7407DDD}" srcOrd="2" destOrd="0" parTransId="{529D4622-0AD0-4EA8-BF69-AA5E8BDD2E76}" sibTransId="{372512E6-04FC-49ED-83C1-12D6A203259A}"/>
    <dgm:cxn modelId="{4016D7E8-AFD2-4740-BDA6-B7BEF730A828}" srcId="{F9D689AE-7ED3-454A-A5A4-37757B5381A1}" destId="{6BA571A2-87C6-4D07-9B70-7F91DA7D6A11}" srcOrd="1" destOrd="0" parTransId="{15D941B9-CCC7-49C2-8B40-D2CFA8E9CB94}" sibTransId="{B02BEE6D-C0C2-475D-9989-97CDB5228E5F}"/>
    <dgm:cxn modelId="{A0D903F4-544A-4DF0-9DC7-0989C05A68C1}" type="presOf" srcId="{7FEEC009-232E-41B4-84F2-3627C44BBB82}" destId="{E51D141A-298B-4925-A8E5-FE4B07E781F9}" srcOrd="0" destOrd="0" presId="urn:microsoft.com/office/officeart/2018/2/layout/IconLabelDescriptionList"/>
    <dgm:cxn modelId="{5D10E2F3-391F-4CAA-B2A3-BC209B89BDBF}" type="presParOf" srcId="{EE5AFFA8-B60D-4F78-A9B8-24595C666F35}" destId="{4A511D16-27B1-4FCB-828F-95E89220C2E0}" srcOrd="0" destOrd="0" presId="urn:microsoft.com/office/officeart/2018/2/layout/IconLabelDescriptionList"/>
    <dgm:cxn modelId="{79C02940-B884-4C93-BC21-A3BD5736C245}" type="presParOf" srcId="{4A511D16-27B1-4FCB-828F-95E89220C2E0}" destId="{F3234FFF-A6C9-49F0-A04A-463349A2EE3D}" srcOrd="0" destOrd="0" presId="urn:microsoft.com/office/officeart/2018/2/layout/IconLabelDescriptionList"/>
    <dgm:cxn modelId="{0F42CD2E-D6F5-4487-9DB8-E7552D85405E}" type="presParOf" srcId="{4A511D16-27B1-4FCB-828F-95E89220C2E0}" destId="{98A2DAEC-8FC9-42F6-A6C6-1E27F3D9DA53}" srcOrd="1" destOrd="0" presId="urn:microsoft.com/office/officeart/2018/2/layout/IconLabelDescriptionList"/>
    <dgm:cxn modelId="{FAB3AF28-9C5B-4324-A6C9-E6AB84EA3BC2}" type="presParOf" srcId="{4A511D16-27B1-4FCB-828F-95E89220C2E0}" destId="{9F3A91F7-8DED-4ACE-9A9C-49F3A4F9F3F6}" srcOrd="2" destOrd="0" presId="urn:microsoft.com/office/officeart/2018/2/layout/IconLabelDescriptionList"/>
    <dgm:cxn modelId="{3F9A51CF-E349-41CA-BE71-696FD27903A1}" type="presParOf" srcId="{4A511D16-27B1-4FCB-828F-95E89220C2E0}" destId="{924391E3-1A52-405F-8F6E-4BC9895E014B}" srcOrd="3" destOrd="0" presId="urn:microsoft.com/office/officeart/2018/2/layout/IconLabelDescriptionList"/>
    <dgm:cxn modelId="{75FA02D9-DBF8-45F6-BA3C-FC432A3ECCF6}" type="presParOf" srcId="{4A511D16-27B1-4FCB-828F-95E89220C2E0}" destId="{DDA38F4F-F0FC-4FE9-B7B7-E196A7FDF4C2}" srcOrd="4" destOrd="0" presId="urn:microsoft.com/office/officeart/2018/2/layout/IconLabelDescriptionList"/>
    <dgm:cxn modelId="{4D1F9248-2E14-4D66-BB69-77F9B5C5B01B}" type="presParOf" srcId="{EE5AFFA8-B60D-4F78-A9B8-24595C666F35}" destId="{19806F8B-BD69-4B12-AD79-48AF8EEAE8BE}" srcOrd="1" destOrd="0" presId="urn:microsoft.com/office/officeart/2018/2/layout/IconLabelDescriptionList"/>
    <dgm:cxn modelId="{6248760D-6F35-4F85-84A2-40224EFB516C}" type="presParOf" srcId="{EE5AFFA8-B60D-4F78-A9B8-24595C666F35}" destId="{C09B1627-0D61-4670-8E27-16F7DACDD276}" srcOrd="2" destOrd="0" presId="urn:microsoft.com/office/officeart/2018/2/layout/IconLabelDescriptionList"/>
    <dgm:cxn modelId="{9018AA2B-194E-4FF1-A38B-0D3986B3B7DF}" type="presParOf" srcId="{C09B1627-0D61-4670-8E27-16F7DACDD276}" destId="{7F5D86E9-5AA1-4DDE-AAF6-1F59940B5D92}" srcOrd="0" destOrd="0" presId="urn:microsoft.com/office/officeart/2018/2/layout/IconLabelDescriptionList"/>
    <dgm:cxn modelId="{C00D12E4-5F37-4CE7-952E-79B700563981}" type="presParOf" srcId="{C09B1627-0D61-4670-8E27-16F7DACDD276}" destId="{08D3964F-0BD7-4A10-8141-6822CA3122B7}" srcOrd="1" destOrd="0" presId="urn:microsoft.com/office/officeart/2018/2/layout/IconLabelDescriptionList"/>
    <dgm:cxn modelId="{0F5D6AD5-25D1-4816-99D2-5BB1D9A7BB49}" type="presParOf" srcId="{C09B1627-0D61-4670-8E27-16F7DACDD276}" destId="{E51D141A-298B-4925-A8E5-FE4B07E781F9}" srcOrd="2" destOrd="0" presId="urn:microsoft.com/office/officeart/2018/2/layout/IconLabelDescriptionList"/>
    <dgm:cxn modelId="{3A79A61B-CB03-4174-A60B-327A60DCADF6}" type="presParOf" srcId="{C09B1627-0D61-4670-8E27-16F7DACDD276}" destId="{BDA099BF-67FF-4897-9D50-431CF40D3F6E}" srcOrd="3" destOrd="0" presId="urn:microsoft.com/office/officeart/2018/2/layout/IconLabelDescriptionList"/>
    <dgm:cxn modelId="{036A74FA-C5C0-4345-97BF-D2265BDB593A}" type="presParOf" srcId="{C09B1627-0D61-4670-8E27-16F7DACDD276}" destId="{FFF9C591-DC22-4702-85C0-B26C912511A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825AB5-E50E-4F4A-8C38-5F1A3CD66A7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A7263F-57ED-4105-B2CB-5009458CE424}">
      <dgm:prSet/>
      <dgm:spPr/>
      <dgm:t>
        <a:bodyPr/>
        <a:lstStyle/>
        <a:p>
          <a:r>
            <a:rPr lang="de-DE" b="1"/>
            <a:t>Config</a:t>
          </a:r>
          <a:r>
            <a:rPr lang="de-DE"/>
            <a:t>: Security, JWT, CORS</a:t>
          </a:r>
          <a:endParaRPr lang="en-US"/>
        </a:p>
      </dgm:t>
    </dgm:pt>
    <dgm:pt modelId="{C01BF8A8-A1F5-4A97-9B82-A2DAEA4372C4}" type="parTrans" cxnId="{2C90B6AD-65BD-4F78-B6C8-54764601E50C}">
      <dgm:prSet/>
      <dgm:spPr/>
      <dgm:t>
        <a:bodyPr/>
        <a:lstStyle/>
        <a:p>
          <a:endParaRPr lang="en-US"/>
        </a:p>
      </dgm:t>
    </dgm:pt>
    <dgm:pt modelId="{B43AB60D-160C-4DA9-A46B-2AE9C14518C1}" type="sibTrans" cxnId="{2C90B6AD-65BD-4F78-B6C8-54764601E50C}">
      <dgm:prSet/>
      <dgm:spPr/>
      <dgm:t>
        <a:bodyPr/>
        <a:lstStyle/>
        <a:p>
          <a:endParaRPr lang="en-US"/>
        </a:p>
      </dgm:t>
    </dgm:pt>
    <dgm:pt modelId="{7884C821-D4FE-4D39-9BC8-B43B0310379E}">
      <dgm:prSet/>
      <dgm:spPr/>
      <dgm:t>
        <a:bodyPr/>
        <a:lstStyle/>
        <a:p>
          <a:r>
            <a:rPr lang="en-US" b="1"/>
            <a:t>Domain: </a:t>
          </a:r>
          <a:r>
            <a:rPr lang="en-US"/>
            <a:t>Entitäten (Users, Reward, Invoice, History)</a:t>
          </a:r>
        </a:p>
      </dgm:t>
    </dgm:pt>
    <dgm:pt modelId="{D9B0AD00-C0F8-4893-BDF5-331D44E20F56}" type="parTrans" cxnId="{0CF41CBE-386B-4FEA-B6C9-17AEA610BAE7}">
      <dgm:prSet/>
      <dgm:spPr/>
      <dgm:t>
        <a:bodyPr/>
        <a:lstStyle/>
        <a:p>
          <a:endParaRPr lang="en-US"/>
        </a:p>
      </dgm:t>
    </dgm:pt>
    <dgm:pt modelId="{67F4A4A3-44A9-442A-9C54-1A7CE5C9C3E8}" type="sibTrans" cxnId="{0CF41CBE-386B-4FEA-B6C9-17AEA610BAE7}">
      <dgm:prSet/>
      <dgm:spPr/>
      <dgm:t>
        <a:bodyPr/>
        <a:lstStyle/>
        <a:p>
          <a:endParaRPr lang="en-US"/>
        </a:p>
      </dgm:t>
    </dgm:pt>
    <dgm:pt modelId="{5EE2BD43-0E8B-46E5-9F30-CE27ADEB7F4C}">
      <dgm:prSet/>
      <dgm:spPr/>
      <dgm:t>
        <a:bodyPr/>
        <a:lstStyle/>
        <a:p>
          <a:r>
            <a:rPr lang="de-DE" b="1"/>
            <a:t>Repositories:</a:t>
          </a:r>
          <a:r>
            <a:rPr lang="de-DE"/>
            <a:t> Datenbankzugriff (JPA)</a:t>
          </a:r>
          <a:endParaRPr lang="en-US"/>
        </a:p>
      </dgm:t>
    </dgm:pt>
    <dgm:pt modelId="{1EAC821E-8EC5-4267-99FA-B8F86BF894BC}" type="parTrans" cxnId="{8A7A5D5C-E850-4575-A09C-22E44CE5E115}">
      <dgm:prSet/>
      <dgm:spPr/>
      <dgm:t>
        <a:bodyPr/>
        <a:lstStyle/>
        <a:p>
          <a:endParaRPr lang="en-US"/>
        </a:p>
      </dgm:t>
    </dgm:pt>
    <dgm:pt modelId="{42FD686F-4824-40EA-81C7-32417B6B5ED5}" type="sibTrans" cxnId="{8A7A5D5C-E850-4575-A09C-22E44CE5E115}">
      <dgm:prSet/>
      <dgm:spPr/>
      <dgm:t>
        <a:bodyPr/>
        <a:lstStyle/>
        <a:p>
          <a:endParaRPr lang="en-US"/>
        </a:p>
      </dgm:t>
    </dgm:pt>
    <dgm:pt modelId="{B07331C0-DDA4-41DA-B55F-A70F50F5E32A}">
      <dgm:prSet/>
      <dgm:spPr/>
      <dgm:t>
        <a:bodyPr/>
        <a:lstStyle/>
        <a:p>
          <a:r>
            <a:rPr lang="de-DE" b="1"/>
            <a:t>Service: </a:t>
          </a:r>
          <a:r>
            <a:rPr lang="de-DE"/>
            <a:t>Business-Logik</a:t>
          </a:r>
          <a:endParaRPr lang="en-US"/>
        </a:p>
      </dgm:t>
    </dgm:pt>
    <dgm:pt modelId="{1921ED25-0538-49F4-9EBE-432A7062DCA0}" type="parTrans" cxnId="{7D30D6F5-0A25-44C4-AB10-3943FD106E80}">
      <dgm:prSet/>
      <dgm:spPr/>
      <dgm:t>
        <a:bodyPr/>
        <a:lstStyle/>
        <a:p>
          <a:endParaRPr lang="en-US"/>
        </a:p>
      </dgm:t>
    </dgm:pt>
    <dgm:pt modelId="{32E5F434-E0EC-4EDB-9F2E-438F5854F153}" type="sibTrans" cxnId="{7D30D6F5-0A25-44C4-AB10-3943FD106E80}">
      <dgm:prSet/>
      <dgm:spPr/>
      <dgm:t>
        <a:bodyPr/>
        <a:lstStyle/>
        <a:p>
          <a:endParaRPr lang="en-US"/>
        </a:p>
      </dgm:t>
    </dgm:pt>
    <dgm:pt modelId="{345490BD-8113-492D-9B7C-D185302DC187}">
      <dgm:prSet/>
      <dgm:spPr/>
      <dgm:t>
        <a:bodyPr/>
        <a:lstStyle/>
        <a:p>
          <a:r>
            <a:rPr lang="de-DE" b="1"/>
            <a:t>Web: </a:t>
          </a:r>
          <a:r>
            <a:rPr lang="de-DE"/>
            <a:t>REST Controller</a:t>
          </a:r>
          <a:endParaRPr lang="en-US"/>
        </a:p>
      </dgm:t>
    </dgm:pt>
    <dgm:pt modelId="{DE6072C1-14C4-42FD-9397-0CDF351ED062}" type="parTrans" cxnId="{54D8C766-53B1-4CE6-99B8-53124C0E29DD}">
      <dgm:prSet/>
      <dgm:spPr/>
      <dgm:t>
        <a:bodyPr/>
        <a:lstStyle/>
        <a:p>
          <a:endParaRPr lang="en-US"/>
        </a:p>
      </dgm:t>
    </dgm:pt>
    <dgm:pt modelId="{08CC9CC4-87FF-48C1-A3CC-4EF2833C415F}" type="sibTrans" cxnId="{54D8C766-53B1-4CE6-99B8-53124C0E29DD}">
      <dgm:prSet/>
      <dgm:spPr/>
      <dgm:t>
        <a:bodyPr/>
        <a:lstStyle/>
        <a:p>
          <a:endParaRPr lang="en-US"/>
        </a:p>
      </dgm:t>
    </dgm:pt>
    <dgm:pt modelId="{27EBE1D8-3827-45BF-940B-38AFEAADC5E0}">
      <dgm:prSet/>
      <dgm:spPr/>
      <dgm:t>
        <a:bodyPr/>
        <a:lstStyle/>
        <a:p>
          <a:r>
            <a:rPr lang="de-DE" b="1"/>
            <a:t>Dtos: </a:t>
          </a:r>
          <a:r>
            <a:rPr lang="de-DE"/>
            <a:t>Datenübertragung Frontend ↔ Backend</a:t>
          </a:r>
          <a:endParaRPr lang="en-US"/>
        </a:p>
      </dgm:t>
    </dgm:pt>
    <dgm:pt modelId="{4E58164E-28AE-4888-AEF3-5178DA74B8F6}" type="parTrans" cxnId="{570A29FC-CE3C-4977-891D-1B022386ED52}">
      <dgm:prSet/>
      <dgm:spPr/>
      <dgm:t>
        <a:bodyPr/>
        <a:lstStyle/>
        <a:p>
          <a:endParaRPr lang="en-US"/>
        </a:p>
      </dgm:t>
    </dgm:pt>
    <dgm:pt modelId="{024EEBCE-0272-4A14-BDE6-39F2F1AC8029}" type="sibTrans" cxnId="{570A29FC-CE3C-4977-891D-1B022386ED52}">
      <dgm:prSet/>
      <dgm:spPr/>
      <dgm:t>
        <a:bodyPr/>
        <a:lstStyle/>
        <a:p>
          <a:endParaRPr lang="en-US"/>
        </a:p>
      </dgm:t>
    </dgm:pt>
    <dgm:pt modelId="{A54A8674-E0A1-40E2-91E3-42D2B56CAD12}" type="pres">
      <dgm:prSet presAssocID="{90825AB5-E50E-4F4A-8C38-5F1A3CD66A73}" presName="linear" presStyleCnt="0">
        <dgm:presLayoutVars>
          <dgm:dir/>
          <dgm:animLvl val="lvl"/>
          <dgm:resizeHandles val="exact"/>
        </dgm:presLayoutVars>
      </dgm:prSet>
      <dgm:spPr/>
    </dgm:pt>
    <dgm:pt modelId="{9CF061F6-161B-462E-A7B3-F4BB7CD3F2F6}" type="pres">
      <dgm:prSet presAssocID="{5FA7263F-57ED-4105-B2CB-5009458CE424}" presName="parentLin" presStyleCnt="0"/>
      <dgm:spPr/>
    </dgm:pt>
    <dgm:pt modelId="{D28EF678-7B39-4E1A-814D-C906765573DE}" type="pres">
      <dgm:prSet presAssocID="{5FA7263F-57ED-4105-B2CB-5009458CE424}" presName="parentLeftMargin" presStyleLbl="node1" presStyleIdx="0" presStyleCnt="6"/>
      <dgm:spPr/>
    </dgm:pt>
    <dgm:pt modelId="{D9979851-7E08-4375-8E44-99DB298137F8}" type="pres">
      <dgm:prSet presAssocID="{5FA7263F-57ED-4105-B2CB-5009458CE42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77F395A-C41A-43F7-9877-003E91514723}" type="pres">
      <dgm:prSet presAssocID="{5FA7263F-57ED-4105-B2CB-5009458CE424}" presName="negativeSpace" presStyleCnt="0"/>
      <dgm:spPr/>
    </dgm:pt>
    <dgm:pt modelId="{DED68C46-787F-48D8-AB9E-77C1C318F9F4}" type="pres">
      <dgm:prSet presAssocID="{5FA7263F-57ED-4105-B2CB-5009458CE424}" presName="childText" presStyleLbl="conFgAcc1" presStyleIdx="0" presStyleCnt="6">
        <dgm:presLayoutVars>
          <dgm:bulletEnabled val="1"/>
        </dgm:presLayoutVars>
      </dgm:prSet>
      <dgm:spPr/>
    </dgm:pt>
    <dgm:pt modelId="{59B8FA5A-EBC0-4069-B46A-A23C8EEB72EA}" type="pres">
      <dgm:prSet presAssocID="{B43AB60D-160C-4DA9-A46B-2AE9C14518C1}" presName="spaceBetweenRectangles" presStyleCnt="0"/>
      <dgm:spPr/>
    </dgm:pt>
    <dgm:pt modelId="{48C89462-207E-401B-9BD1-EA0DD186D4A7}" type="pres">
      <dgm:prSet presAssocID="{7884C821-D4FE-4D39-9BC8-B43B0310379E}" presName="parentLin" presStyleCnt="0"/>
      <dgm:spPr/>
    </dgm:pt>
    <dgm:pt modelId="{22C8CC14-A319-494A-BE17-6D0F2EF4BE6D}" type="pres">
      <dgm:prSet presAssocID="{7884C821-D4FE-4D39-9BC8-B43B0310379E}" presName="parentLeftMargin" presStyleLbl="node1" presStyleIdx="0" presStyleCnt="6"/>
      <dgm:spPr/>
    </dgm:pt>
    <dgm:pt modelId="{6E2D054A-82EE-4EEE-8C12-269FBD4D9826}" type="pres">
      <dgm:prSet presAssocID="{7884C821-D4FE-4D39-9BC8-B43B0310379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A060BD6-7413-43B4-BFF3-176454F68A8A}" type="pres">
      <dgm:prSet presAssocID="{7884C821-D4FE-4D39-9BC8-B43B0310379E}" presName="negativeSpace" presStyleCnt="0"/>
      <dgm:spPr/>
    </dgm:pt>
    <dgm:pt modelId="{6F609F6D-598F-424D-84EF-0B230188D8B7}" type="pres">
      <dgm:prSet presAssocID="{7884C821-D4FE-4D39-9BC8-B43B0310379E}" presName="childText" presStyleLbl="conFgAcc1" presStyleIdx="1" presStyleCnt="6">
        <dgm:presLayoutVars>
          <dgm:bulletEnabled val="1"/>
        </dgm:presLayoutVars>
      </dgm:prSet>
      <dgm:spPr/>
    </dgm:pt>
    <dgm:pt modelId="{12D94CAF-C807-4FD6-9263-F2809D151578}" type="pres">
      <dgm:prSet presAssocID="{67F4A4A3-44A9-442A-9C54-1A7CE5C9C3E8}" presName="spaceBetweenRectangles" presStyleCnt="0"/>
      <dgm:spPr/>
    </dgm:pt>
    <dgm:pt modelId="{B465FF5E-353C-4EA3-A93D-8801AD4A9790}" type="pres">
      <dgm:prSet presAssocID="{5EE2BD43-0E8B-46E5-9F30-CE27ADEB7F4C}" presName="parentLin" presStyleCnt="0"/>
      <dgm:spPr/>
    </dgm:pt>
    <dgm:pt modelId="{ED35ACB3-5EF1-480E-B00C-60240DC036B3}" type="pres">
      <dgm:prSet presAssocID="{5EE2BD43-0E8B-46E5-9F30-CE27ADEB7F4C}" presName="parentLeftMargin" presStyleLbl="node1" presStyleIdx="1" presStyleCnt="6"/>
      <dgm:spPr/>
    </dgm:pt>
    <dgm:pt modelId="{D2B93845-4BFE-4046-8D0D-81430A1B8CEA}" type="pres">
      <dgm:prSet presAssocID="{5EE2BD43-0E8B-46E5-9F30-CE27ADEB7F4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9E2A5ED-ADB9-41C4-8283-527F5EDB0351}" type="pres">
      <dgm:prSet presAssocID="{5EE2BD43-0E8B-46E5-9F30-CE27ADEB7F4C}" presName="negativeSpace" presStyleCnt="0"/>
      <dgm:spPr/>
    </dgm:pt>
    <dgm:pt modelId="{5AB5F9FF-C3DC-46EF-8B87-2F4C801DE53D}" type="pres">
      <dgm:prSet presAssocID="{5EE2BD43-0E8B-46E5-9F30-CE27ADEB7F4C}" presName="childText" presStyleLbl="conFgAcc1" presStyleIdx="2" presStyleCnt="6">
        <dgm:presLayoutVars>
          <dgm:bulletEnabled val="1"/>
        </dgm:presLayoutVars>
      </dgm:prSet>
      <dgm:spPr/>
    </dgm:pt>
    <dgm:pt modelId="{87F3E9DA-4323-4DE1-8D40-80D3A8D81881}" type="pres">
      <dgm:prSet presAssocID="{42FD686F-4824-40EA-81C7-32417B6B5ED5}" presName="spaceBetweenRectangles" presStyleCnt="0"/>
      <dgm:spPr/>
    </dgm:pt>
    <dgm:pt modelId="{A71F16B8-D0FB-4A4D-90D5-24334DFDD89B}" type="pres">
      <dgm:prSet presAssocID="{B07331C0-DDA4-41DA-B55F-A70F50F5E32A}" presName="parentLin" presStyleCnt="0"/>
      <dgm:spPr/>
    </dgm:pt>
    <dgm:pt modelId="{6D6F1AA1-1F20-4324-BC07-2EE0CAD1ACEA}" type="pres">
      <dgm:prSet presAssocID="{B07331C0-DDA4-41DA-B55F-A70F50F5E32A}" presName="parentLeftMargin" presStyleLbl="node1" presStyleIdx="2" presStyleCnt="6"/>
      <dgm:spPr/>
    </dgm:pt>
    <dgm:pt modelId="{0A98778E-550F-4B92-A736-73BED8809AF5}" type="pres">
      <dgm:prSet presAssocID="{B07331C0-DDA4-41DA-B55F-A70F50F5E32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DA9D781-7FBC-4B33-B926-A0222FECE50C}" type="pres">
      <dgm:prSet presAssocID="{B07331C0-DDA4-41DA-B55F-A70F50F5E32A}" presName="negativeSpace" presStyleCnt="0"/>
      <dgm:spPr/>
    </dgm:pt>
    <dgm:pt modelId="{0A975323-7FD1-4FDC-8F31-12FAAEFE4511}" type="pres">
      <dgm:prSet presAssocID="{B07331C0-DDA4-41DA-B55F-A70F50F5E32A}" presName="childText" presStyleLbl="conFgAcc1" presStyleIdx="3" presStyleCnt="6">
        <dgm:presLayoutVars>
          <dgm:bulletEnabled val="1"/>
        </dgm:presLayoutVars>
      </dgm:prSet>
      <dgm:spPr/>
    </dgm:pt>
    <dgm:pt modelId="{30316B8D-895C-4A06-A962-81D65D031AA4}" type="pres">
      <dgm:prSet presAssocID="{32E5F434-E0EC-4EDB-9F2E-438F5854F153}" presName="spaceBetweenRectangles" presStyleCnt="0"/>
      <dgm:spPr/>
    </dgm:pt>
    <dgm:pt modelId="{88734B82-47F0-4A11-AF25-7B3BD6F2039E}" type="pres">
      <dgm:prSet presAssocID="{345490BD-8113-492D-9B7C-D185302DC187}" presName="parentLin" presStyleCnt="0"/>
      <dgm:spPr/>
    </dgm:pt>
    <dgm:pt modelId="{62095A66-91F2-4BA1-B288-0E9620EC0650}" type="pres">
      <dgm:prSet presAssocID="{345490BD-8113-492D-9B7C-D185302DC187}" presName="parentLeftMargin" presStyleLbl="node1" presStyleIdx="3" presStyleCnt="6"/>
      <dgm:spPr/>
    </dgm:pt>
    <dgm:pt modelId="{91D93104-9E42-44FA-8081-F71781BF6414}" type="pres">
      <dgm:prSet presAssocID="{345490BD-8113-492D-9B7C-D185302DC18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568A3B9-EC44-429E-A2AF-415809B2426B}" type="pres">
      <dgm:prSet presAssocID="{345490BD-8113-492D-9B7C-D185302DC187}" presName="negativeSpace" presStyleCnt="0"/>
      <dgm:spPr/>
    </dgm:pt>
    <dgm:pt modelId="{2D712034-3ED8-4580-8CD9-923ABA695F26}" type="pres">
      <dgm:prSet presAssocID="{345490BD-8113-492D-9B7C-D185302DC187}" presName="childText" presStyleLbl="conFgAcc1" presStyleIdx="4" presStyleCnt="6">
        <dgm:presLayoutVars>
          <dgm:bulletEnabled val="1"/>
        </dgm:presLayoutVars>
      </dgm:prSet>
      <dgm:spPr/>
    </dgm:pt>
    <dgm:pt modelId="{B4E928CE-8B3C-4C4E-B6CD-8DB004216F48}" type="pres">
      <dgm:prSet presAssocID="{08CC9CC4-87FF-48C1-A3CC-4EF2833C415F}" presName="spaceBetweenRectangles" presStyleCnt="0"/>
      <dgm:spPr/>
    </dgm:pt>
    <dgm:pt modelId="{2AD1DAD0-0564-44B0-A463-3F3BC6F8B302}" type="pres">
      <dgm:prSet presAssocID="{27EBE1D8-3827-45BF-940B-38AFEAADC5E0}" presName="parentLin" presStyleCnt="0"/>
      <dgm:spPr/>
    </dgm:pt>
    <dgm:pt modelId="{A48B10E5-CFC2-42F2-A3E1-C36AB64C16CD}" type="pres">
      <dgm:prSet presAssocID="{27EBE1D8-3827-45BF-940B-38AFEAADC5E0}" presName="parentLeftMargin" presStyleLbl="node1" presStyleIdx="4" presStyleCnt="6"/>
      <dgm:spPr/>
    </dgm:pt>
    <dgm:pt modelId="{B6F99D67-F876-4DBE-A064-37435FCFA224}" type="pres">
      <dgm:prSet presAssocID="{27EBE1D8-3827-45BF-940B-38AFEAADC5E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E16D1C7-4EC5-458E-BB6C-B978E2E2C85F}" type="pres">
      <dgm:prSet presAssocID="{27EBE1D8-3827-45BF-940B-38AFEAADC5E0}" presName="negativeSpace" presStyleCnt="0"/>
      <dgm:spPr/>
    </dgm:pt>
    <dgm:pt modelId="{9DBFDEB5-4951-44C1-87CB-7B90F54BF6DD}" type="pres">
      <dgm:prSet presAssocID="{27EBE1D8-3827-45BF-940B-38AFEAADC5E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84A9A08-171E-4E1E-A5BD-0FECA49293D2}" type="presOf" srcId="{5EE2BD43-0E8B-46E5-9F30-CE27ADEB7F4C}" destId="{ED35ACB3-5EF1-480E-B00C-60240DC036B3}" srcOrd="0" destOrd="0" presId="urn:microsoft.com/office/officeart/2005/8/layout/list1"/>
    <dgm:cxn modelId="{6096F11C-7E21-48AC-A8B4-403F406CA22B}" type="presOf" srcId="{90825AB5-E50E-4F4A-8C38-5F1A3CD66A73}" destId="{A54A8674-E0A1-40E2-91E3-42D2B56CAD12}" srcOrd="0" destOrd="0" presId="urn:microsoft.com/office/officeart/2005/8/layout/list1"/>
    <dgm:cxn modelId="{8A7A5D5C-E850-4575-A09C-22E44CE5E115}" srcId="{90825AB5-E50E-4F4A-8C38-5F1A3CD66A73}" destId="{5EE2BD43-0E8B-46E5-9F30-CE27ADEB7F4C}" srcOrd="2" destOrd="0" parTransId="{1EAC821E-8EC5-4267-99FA-B8F86BF894BC}" sibTransId="{42FD686F-4824-40EA-81C7-32417B6B5ED5}"/>
    <dgm:cxn modelId="{C4325145-21EA-4202-87FD-8852956B7DB5}" type="presOf" srcId="{5FA7263F-57ED-4105-B2CB-5009458CE424}" destId="{D9979851-7E08-4375-8E44-99DB298137F8}" srcOrd="1" destOrd="0" presId="urn:microsoft.com/office/officeart/2005/8/layout/list1"/>
    <dgm:cxn modelId="{54D8C766-53B1-4CE6-99B8-53124C0E29DD}" srcId="{90825AB5-E50E-4F4A-8C38-5F1A3CD66A73}" destId="{345490BD-8113-492D-9B7C-D185302DC187}" srcOrd="4" destOrd="0" parTransId="{DE6072C1-14C4-42FD-9397-0CDF351ED062}" sibTransId="{08CC9CC4-87FF-48C1-A3CC-4EF2833C415F}"/>
    <dgm:cxn modelId="{83CC406B-55E9-44CF-9E04-E2ED06D6370D}" type="presOf" srcId="{5EE2BD43-0E8B-46E5-9F30-CE27ADEB7F4C}" destId="{D2B93845-4BFE-4046-8D0D-81430A1B8CEA}" srcOrd="1" destOrd="0" presId="urn:microsoft.com/office/officeart/2005/8/layout/list1"/>
    <dgm:cxn modelId="{4900F16E-5E8B-436C-AC2A-8E3522896873}" type="presOf" srcId="{345490BD-8113-492D-9B7C-D185302DC187}" destId="{91D93104-9E42-44FA-8081-F71781BF6414}" srcOrd="1" destOrd="0" presId="urn:microsoft.com/office/officeart/2005/8/layout/list1"/>
    <dgm:cxn modelId="{81846A81-041B-42A2-B010-9149B90E71F4}" type="presOf" srcId="{27EBE1D8-3827-45BF-940B-38AFEAADC5E0}" destId="{A48B10E5-CFC2-42F2-A3E1-C36AB64C16CD}" srcOrd="0" destOrd="0" presId="urn:microsoft.com/office/officeart/2005/8/layout/list1"/>
    <dgm:cxn modelId="{D5611C97-F226-4F1F-8CB4-B2E9EEE5C2CA}" type="presOf" srcId="{5FA7263F-57ED-4105-B2CB-5009458CE424}" destId="{D28EF678-7B39-4E1A-814D-C906765573DE}" srcOrd="0" destOrd="0" presId="urn:microsoft.com/office/officeart/2005/8/layout/list1"/>
    <dgm:cxn modelId="{80548D9C-9189-4B7B-BEAD-43A24B1B48BE}" type="presOf" srcId="{7884C821-D4FE-4D39-9BC8-B43B0310379E}" destId="{22C8CC14-A319-494A-BE17-6D0F2EF4BE6D}" srcOrd="0" destOrd="0" presId="urn:microsoft.com/office/officeart/2005/8/layout/list1"/>
    <dgm:cxn modelId="{2C90B6AD-65BD-4F78-B6C8-54764601E50C}" srcId="{90825AB5-E50E-4F4A-8C38-5F1A3CD66A73}" destId="{5FA7263F-57ED-4105-B2CB-5009458CE424}" srcOrd="0" destOrd="0" parTransId="{C01BF8A8-A1F5-4A97-9B82-A2DAEA4372C4}" sibTransId="{B43AB60D-160C-4DA9-A46B-2AE9C14518C1}"/>
    <dgm:cxn modelId="{0CF41CBE-386B-4FEA-B6C9-17AEA610BAE7}" srcId="{90825AB5-E50E-4F4A-8C38-5F1A3CD66A73}" destId="{7884C821-D4FE-4D39-9BC8-B43B0310379E}" srcOrd="1" destOrd="0" parTransId="{D9B0AD00-C0F8-4893-BDF5-331D44E20F56}" sibTransId="{67F4A4A3-44A9-442A-9C54-1A7CE5C9C3E8}"/>
    <dgm:cxn modelId="{49DB42C4-586C-4CAD-9DC8-D1B5B61F1713}" type="presOf" srcId="{7884C821-D4FE-4D39-9BC8-B43B0310379E}" destId="{6E2D054A-82EE-4EEE-8C12-269FBD4D9826}" srcOrd="1" destOrd="0" presId="urn:microsoft.com/office/officeart/2005/8/layout/list1"/>
    <dgm:cxn modelId="{7A9744C8-7E3C-4605-9FA3-AD805E64539E}" type="presOf" srcId="{B07331C0-DDA4-41DA-B55F-A70F50F5E32A}" destId="{0A98778E-550F-4B92-A736-73BED8809AF5}" srcOrd="1" destOrd="0" presId="urn:microsoft.com/office/officeart/2005/8/layout/list1"/>
    <dgm:cxn modelId="{79E247DA-27FC-4736-AD1B-C25ABB08A9E6}" type="presOf" srcId="{B07331C0-DDA4-41DA-B55F-A70F50F5E32A}" destId="{6D6F1AA1-1F20-4324-BC07-2EE0CAD1ACEA}" srcOrd="0" destOrd="0" presId="urn:microsoft.com/office/officeart/2005/8/layout/list1"/>
    <dgm:cxn modelId="{7D30D6F5-0A25-44C4-AB10-3943FD106E80}" srcId="{90825AB5-E50E-4F4A-8C38-5F1A3CD66A73}" destId="{B07331C0-DDA4-41DA-B55F-A70F50F5E32A}" srcOrd="3" destOrd="0" parTransId="{1921ED25-0538-49F4-9EBE-432A7062DCA0}" sibTransId="{32E5F434-E0EC-4EDB-9F2E-438F5854F153}"/>
    <dgm:cxn modelId="{570A29FC-CE3C-4977-891D-1B022386ED52}" srcId="{90825AB5-E50E-4F4A-8C38-5F1A3CD66A73}" destId="{27EBE1D8-3827-45BF-940B-38AFEAADC5E0}" srcOrd="5" destOrd="0" parTransId="{4E58164E-28AE-4888-AEF3-5178DA74B8F6}" sibTransId="{024EEBCE-0272-4A14-BDE6-39F2F1AC8029}"/>
    <dgm:cxn modelId="{53CB87FE-1E40-44B1-AA14-DCF7B9E3403C}" type="presOf" srcId="{345490BD-8113-492D-9B7C-D185302DC187}" destId="{62095A66-91F2-4BA1-B288-0E9620EC0650}" srcOrd="0" destOrd="0" presId="urn:microsoft.com/office/officeart/2005/8/layout/list1"/>
    <dgm:cxn modelId="{C17BADFE-5F98-4F26-A339-3B04DDF8CC7E}" type="presOf" srcId="{27EBE1D8-3827-45BF-940B-38AFEAADC5E0}" destId="{B6F99D67-F876-4DBE-A064-37435FCFA224}" srcOrd="1" destOrd="0" presId="urn:microsoft.com/office/officeart/2005/8/layout/list1"/>
    <dgm:cxn modelId="{50D5B12F-BE1F-4897-8274-089EDB01D386}" type="presParOf" srcId="{A54A8674-E0A1-40E2-91E3-42D2B56CAD12}" destId="{9CF061F6-161B-462E-A7B3-F4BB7CD3F2F6}" srcOrd="0" destOrd="0" presId="urn:microsoft.com/office/officeart/2005/8/layout/list1"/>
    <dgm:cxn modelId="{F7A16A11-73A0-442C-81F7-94D141CCE3C0}" type="presParOf" srcId="{9CF061F6-161B-462E-A7B3-F4BB7CD3F2F6}" destId="{D28EF678-7B39-4E1A-814D-C906765573DE}" srcOrd="0" destOrd="0" presId="urn:microsoft.com/office/officeart/2005/8/layout/list1"/>
    <dgm:cxn modelId="{2FB2B59B-531F-4523-A682-B1E639D83E1C}" type="presParOf" srcId="{9CF061F6-161B-462E-A7B3-F4BB7CD3F2F6}" destId="{D9979851-7E08-4375-8E44-99DB298137F8}" srcOrd="1" destOrd="0" presId="urn:microsoft.com/office/officeart/2005/8/layout/list1"/>
    <dgm:cxn modelId="{3AC59843-3B73-42DA-B32B-0056A0BEF370}" type="presParOf" srcId="{A54A8674-E0A1-40E2-91E3-42D2B56CAD12}" destId="{977F395A-C41A-43F7-9877-003E91514723}" srcOrd="1" destOrd="0" presId="urn:microsoft.com/office/officeart/2005/8/layout/list1"/>
    <dgm:cxn modelId="{73B0ED74-27FA-460F-9246-A23E2E7B3BCD}" type="presParOf" srcId="{A54A8674-E0A1-40E2-91E3-42D2B56CAD12}" destId="{DED68C46-787F-48D8-AB9E-77C1C318F9F4}" srcOrd="2" destOrd="0" presId="urn:microsoft.com/office/officeart/2005/8/layout/list1"/>
    <dgm:cxn modelId="{8467FE39-DA39-4FF8-A723-9E00CF1D7435}" type="presParOf" srcId="{A54A8674-E0A1-40E2-91E3-42D2B56CAD12}" destId="{59B8FA5A-EBC0-4069-B46A-A23C8EEB72EA}" srcOrd="3" destOrd="0" presId="urn:microsoft.com/office/officeart/2005/8/layout/list1"/>
    <dgm:cxn modelId="{577FEDE3-E670-4223-B583-207FE86D0A4E}" type="presParOf" srcId="{A54A8674-E0A1-40E2-91E3-42D2B56CAD12}" destId="{48C89462-207E-401B-9BD1-EA0DD186D4A7}" srcOrd="4" destOrd="0" presId="urn:microsoft.com/office/officeart/2005/8/layout/list1"/>
    <dgm:cxn modelId="{26C5CE89-2A43-4CCB-85FA-31A2621E7628}" type="presParOf" srcId="{48C89462-207E-401B-9BD1-EA0DD186D4A7}" destId="{22C8CC14-A319-494A-BE17-6D0F2EF4BE6D}" srcOrd="0" destOrd="0" presId="urn:microsoft.com/office/officeart/2005/8/layout/list1"/>
    <dgm:cxn modelId="{FB63D12F-71A7-4507-AD4F-71FE41390E7A}" type="presParOf" srcId="{48C89462-207E-401B-9BD1-EA0DD186D4A7}" destId="{6E2D054A-82EE-4EEE-8C12-269FBD4D9826}" srcOrd="1" destOrd="0" presId="urn:microsoft.com/office/officeart/2005/8/layout/list1"/>
    <dgm:cxn modelId="{9BAFACC9-D362-4B4E-A402-CAFF2BC65413}" type="presParOf" srcId="{A54A8674-E0A1-40E2-91E3-42D2B56CAD12}" destId="{5A060BD6-7413-43B4-BFF3-176454F68A8A}" srcOrd="5" destOrd="0" presId="urn:microsoft.com/office/officeart/2005/8/layout/list1"/>
    <dgm:cxn modelId="{92883003-11BE-4CCA-8887-1098D5047554}" type="presParOf" srcId="{A54A8674-E0A1-40E2-91E3-42D2B56CAD12}" destId="{6F609F6D-598F-424D-84EF-0B230188D8B7}" srcOrd="6" destOrd="0" presId="urn:microsoft.com/office/officeart/2005/8/layout/list1"/>
    <dgm:cxn modelId="{EC5676FE-15CE-40E1-8C48-0203A40D2D35}" type="presParOf" srcId="{A54A8674-E0A1-40E2-91E3-42D2B56CAD12}" destId="{12D94CAF-C807-4FD6-9263-F2809D151578}" srcOrd="7" destOrd="0" presId="urn:microsoft.com/office/officeart/2005/8/layout/list1"/>
    <dgm:cxn modelId="{5D9C0D93-9F5D-4CD1-BA17-4983701385F4}" type="presParOf" srcId="{A54A8674-E0A1-40E2-91E3-42D2B56CAD12}" destId="{B465FF5E-353C-4EA3-A93D-8801AD4A9790}" srcOrd="8" destOrd="0" presId="urn:microsoft.com/office/officeart/2005/8/layout/list1"/>
    <dgm:cxn modelId="{1B568B9F-8FAD-4706-B3E5-46578C3EE0EC}" type="presParOf" srcId="{B465FF5E-353C-4EA3-A93D-8801AD4A9790}" destId="{ED35ACB3-5EF1-480E-B00C-60240DC036B3}" srcOrd="0" destOrd="0" presId="urn:microsoft.com/office/officeart/2005/8/layout/list1"/>
    <dgm:cxn modelId="{A66C5701-68D5-42CF-B892-DD1E7D42DF09}" type="presParOf" srcId="{B465FF5E-353C-4EA3-A93D-8801AD4A9790}" destId="{D2B93845-4BFE-4046-8D0D-81430A1B8CEA}" srcOrd="1" destOrd="0" presId="urn:microsoft.com/office/officeart/2005/8/layout/list1"/>
    <dgm:cxn modelId="{31B87E9F-DA9B-49F0-9FEC-CC077E086F14}" type="presParOf" srcId="{A54A8674-E0A1-40E2-91E3-42D2B56CAD12}" destId="{19E2A5ED-ADB9-41C4-8283-527F5EDB0351}" srcOrd="9" destOrd="0" presId="urn:microsoft.com/office/officeart/2005/8/layout/list1"/>
    <dgm:cxn modelId="{FB3E27E7-897F-4F91-AE6E-E62D53D3FA3E}" type="presParOf" srcId="{A54A8674-E0A1-40E2-91E3-42D2B56CAD12}" destId="{5AB5F9FF-C3DC-46EF-8B87-2F4C801DE53D}" srcOrd="10" destOrd="0" presId="urn:microsoft.com/office/officeart/2005/8/layout/list1"/>
    <dgm:cxn modelId="{50A91274-C1C1-454E-99A7-5DD545D076B2}" type="presParOf" srcId="{A54A8674-E0A1-40E2-91E3-42D2B56CAD12}" destId="{87F3E9DA-4323-4DE1-8D40-80D3A8D81881}" srcOrd="11" destOrd="0" presId="urn:microsoft.com/office/officeart/2005/8/layout/list1"/>
    <dgm:cxn modelId="{DEECAA07-8121-486D-B55C-1DA2CB2C5E21}" type="presParOf" srcId="{A54A8674-E0A1-40E2-91E3-42D2B56CAD12}" destId="{A71F16B8-D0FB-4A4D-90D5-24334DFDD89B}" srcOrd="12" destOrd="0" presId="urn:microsoft.com/office/officeart/2005/8/layout/list1"/>
    <dgm:cxn modelId="{984CF134-BDB8-4B7D-9C08-3196EB5ED0D3}" type="presParOf" srcId="{A71F16B8-D0FB-4A4D-90D5-24334DFDD89B}" destId="{6D6F1AA1-1F20-4324-BC07-2EE0CAD1ACEA}" srcOrd="0" destOrd="0" presId="urn:microsoft.com/office/officeart/2005/8/layout/list1"/>
    <dgm:cxn modelId="{747E5CB3-A7C6-4084-A09E-97FA111BEB01}" type="presParOf" srcId="{A71F16B8-D0FB-4A4D-90D5-24334DFDD89B}" destId="{0A98778E-550F-4B92-A736-73BED8809AF5}" srcOrd="1" destOrd="0" presId="urn:microsoft.com/office/officeart/2005/8/layout/list1"/>
    <dgm:cxn modelId="{0C919985-38DF-4BD6-A9F4-C4C3FA63FBF1}" type="presParOf" srcId="{A54A8674-E0A1-40E2-91E3-42D2B56CAD12}" destId="{ADA9D781-7FBC-4B33-B926-A0222FECE50C}" srcOrd="13" destOrd="0" presId="urn:microsoft.com/office/officeart/2005/8/layout/list1"/>
    <dgm:cxn modelId="{6D3F7F72-EC1B-4D0B-8AEF-0432D1EAA7ED}" type="presParOf" srcId="{A54A8674-E0A1-40E2-91E3-42D2B56CAD12}" destId="{0A975323-7FD1-4FDC-8F31-12FAAEFE4511}" srcOrd="14" destOrd="0" presId="urn:microsoft.com/office/officeart/2005/8/layout/list1"/>
    <dgm:cxn modelId="{D154653D-862B-4C7B-A66B-9A1292CCEF1C}" type="presParOf" srcId="{A54A8674-E0A1-40E2-91E3-42D2B56CAD12}" destId="{30316B8D-895C-4A06-A962-81D65D031AA4}" srcOrd="15" destOrd="0" presId="urn:microsoft.com/office/officeart/2005/8/layout/list1"/>
    <dgm:cxn modelId="{0070B4F3-37BE-4647-9AEF-A0395E99B329}" type="presParOf" srcId="{A54A8674-E0A1-40E2-91E3-42D2B56CAD12}" destId="{88734B82-47F0-4A11-AF25-7B3BD6F2039E}" srcOrd="16" destOrd="0" presId="urn:microsoft.com/office/officeart/2005/8/layout/list1"/>
    <dgm:cxn modelId="{58531FDE-97B8-4CCD-8C4C-12C4C7C4E7BF}" type="presParOf" srcId="{88734B82-47F0-4A11-AF25-7B3BD6F2039E}" destId="{62095A66-91F2-4BA1-B288-0E9620EC0650}" srcOrd="0" destOrd="0" presId="urn:microsoft.com/office/officeart/2005/8/layout/list1"/>
    <dgm:cxn modelId="{DFE0B7E1-F766-4782-880F-A4BCFE1DFC5D}" type="presParOf" srcId="{88734B82-47F0-4A11-AF25-7B3BD6F2039E}" destId="{91D93104-9E42-44FA-8081-F71781BF6414}" srcOrd="1" destOrd="0" presId="urn:microsoft.com/office/officeart/2005/8/layout/list1"/>
    <dgm:cxn modelId="{0ACD67C0-0EAC-4CD0-89CB-A51F9EA23C80}" type="presParOf" srcId="{A54A8674-E0A1-40E2-91E3-42D2B56CAD12}" destId="{C568A3B9-EC44-429E-A2AF-415809B2426B}" srcOrd="17" destOrd="0" presId="urn:microsoft.com/office/officeart/2005/8/layout/list1"/>
    <dgm:cxn modelId="{6CF6EF6D-8B5F-46C5-AF14-950732F94925}" type="presParOf" srcId="{A54A8674-E0A1-40E2-91E3-42D2B56CAD12}" destId="{2D712034-3ED8-4580-8CD9-923ABA695F26}" srcOrd="18" destOrd="0" presId="urn:microsoft.com/office/officeart/2005/8/layout/list1"/>
    <dgm:cxn modelId="{232EF5BF-AC10-4F6D-9796-577FDCAD895E}" type="presParOf" srcId="{A54A8674-E0A1-40E2-91E3-42D2B56CAD12}" destId="{B4E928CE-8B3C-4C4E-B6CD-8DB004216F48}" srcOrd="19" destOrd="0" presId="urn:microsoft.com/office/officeart/2005/8/layout/list1"/>
    <dgm:cxn modelId="{4A51C687-8EBB-4921-B448-462667C059D5}" type="presParOf" srcId="{A54A8674-E0A1-40E2-91E3-42D2B56CAD12}" destId="{2AD1DAD0-0564-44B0-A463-3F3BC6F8B302}" srcOrd="20" destOrd="0" presId="urn:microsoft.com/office/officeart/2005/8/layout/list1"/>
    <dgm:cxn modelId="{1F7014C1-C958-4FDD-9E59-BBA18B9D9D5E}" type="presParOf" srcId="{2AD1DAD0-0564-44B0-A463-3F3BC6F8B302}" destId="{A48B10E5-CFC2-42F2-A3E1-C36AB64C16CD}" srcOrd="0" destOrd="0" presId="urn:microsoft.com/office/officeart/2005/8/layout/list1"/>
    <dgm:cxn modelId="{AF61519D-5488-4618-A6A4-6EDF12900D3E}" type="presParOf" srcId="{2AD1DAD0-0564-44B0-A463-3F3BC6F8B302}" destId="{B6F99D67-F876-4DBE-A064-37435FCFA224}" srcOrd="1" destOrd="0" presId="urn:microsoft.com/office/officeart/2005/8/layout/list1"/>
    <dgm:cxn modelId="{EF4F0C14-CE21-4E4A-904F-207C2F115F3E}" type="presParOf" srcId="{A54A8674-E0A1-40E2-91E3-42D2B56CAD12}" destId="{2E16D1C7-4EC5-458E-BB6C-B978E2E2C85F}" srcOrd="21" destOrd="0" presId="urn:microsoft.com/office/officeart/2005/8/layout/list1"/>
    <dgm:cxn modelId="{7058D651-830D-4E56-8267-16FFA93977AF}" type="presParOf" srcId="{A54A8674-E0A1-40E2-91E3-42D2B56CAD12}" destId="{9DBFDEB5-4951-44C1-87CB-7B90F54BF6D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35420C-5A0F-4ED5-9851-347913EBD75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F83D4DA-0421-43E5-80E8-08BCE2D098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Datenbank:</a:t>
          </a:r>
          <a:r>
            <a:rPr lang="de-DE"/>
            <a:t> H2 (Embedded)</a:t>
          </a:r>
          <a:endParaRPr lang="en-US"/>
        </a:p>
      </dgm:t>
    </dgm:pt>
    <dgm:pt modelId="{C2765E81-4AFF-42B8-8A71-139DC4E104F5}" type="parTrans" cxnId="{ABA6E211-D5E0-43D2-9B72-B9B65604A20A}">
      <dgm:prSet/>
      <dgm:spPr/>
      <dgm:t>
        <a:bodyPr/>
        <a:lstStyle/>
        <a:p>
          <a:endParaRPr lang="en-US"/>
        </a:p>
      </dgm:t>
    </dgm:pt>
    <dgm:pt modelId="{23ACE37A-5B0D-4530-9FEE-9A26EED735FE}" type="sibTrans" cxnId="{ABA6E211-D5E0-43D2-9B72-B9B65604A20A}">
      <dgm:prSet/>
      <dgm:spPr/>
      <dgm:t>
        <a:bodyPr/>
        <a:lstStyle/>
        <a:p>
          <a:endParaRPr lang="en-US"/>
        </a:p>
      </dgm:t>
    </dgm:pt>
    <dgm:pt modelId="{4D11A61D-9687-4A19-9110-74CCBD94DC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Vorteile:</a:t>
          </a:r>
          <a:endParaRPr lang="en-US"/>
        </a:p>
      </dgm:t>
    </dgm:pt>
    <dgm:pt modelId="{EBB9903B-D92E-4C54-A3FA-EA154A332612}" type="parTrans" cxnId="{0C19815D-31F5-4EF1-9312-DAD7DAEDDBE6}">
      <dgm:prSet/>
      <dgm:spPr/>
      <dgm:t>
        <a:bodyPr/>
        <a:lstStyle/>
        <a:p>
          <a:endParaRPr lang="en-US"/>
        </a:p>
      </dgm:t>
    </dgm:pt>
    <dgm:pt modelId="{EEC73D75-C504-4C3D-A3B5-9F3AAE5A00F6}" type="sibTrans" cxnId="{0C19815D-31F5-4EF1-9312-DAD7DAEDDBE6}">
      <dgm:prSet/>
      <dgm:spPr/>
      <dgm:t>
        <a:bodyPr/>
        <a:lstStyle/>
        <a:p>
          <a:endParaRPr lang="en-US"/>
        </a:p>
      </dgm:t>
    </dgm:pt>
    <dgm:pt modelId="{AC9838C3-8FB0-432F-8A7C-D1526FC8996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Einfach für Schulprojekt</a:t>
          </a:r>
          <a:endParaRPr lang="en-US"/>
        </a:p>
      </dgm:t>
    </dgm:pt>
    <dgm:pt modelId="{A8E58F5E-2C69-42FC-9B27-3E1D497506EF}" type="parTrans" cxnId="{3357806D-A9C8-4C7F-A9A4-D23DAE02838F}">
      <dgm:prSet/>
      <dgm:spPr/>
      <dgm:t>
        <a:bodyPr/>
        <a:lstStyle/>
        <a:p>
          <a:endParaRPr lang="en-US"/>
        </a:p>
      </dgm:t>
    </dgm:pt>
    <dgm:pt modelId="{35434675-B93B-4E62-9435-F9EB2D266F13}" type="sibTrans" cxnId="{3357806D-A9C8-4C7F-A9A4-D23DAE02838F}">
      <dgm:prSet/>
      <dgm:spPr/>
      <dgm:t>
        <a:bodyPr/>
        <a:lstStyle/>
        <a:p>
          <a:endParaRPr lang="en-US"/>
        </a:p>
      </dgm:t>
    </dgm:pt>
    <dgm:pt modelId="{3BBEED7C-EC34-4CBF-9B9F-16D09433D8F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Keine externe Installation</a:t>
          </a:r>
          <a:endParaRPr lang="en-US"/>
        </a:p>
      </dgm:t>
    </dgm:pt>
    <dgm:pt modelId="{FE0A3651-45D9-4ED1-9A3D-754631C3DA8B}" type="parTrans" cxnId="{EC8EE8F8-6A20-43C5-93C6-7C4256172EDD}">
      <dgm:prSet/>
      <dgm:spPr/>
      <dgm:t>
        <a:bodyPr/>
        <a:lstStyle/>
        <a:p>
          <a:endParaRPr lang="en-US"/>
        </a:p>
      </dgm:t>
    </dgm:pt>
    <dgm:pt modelId="{9EC484FB-FE07-4B72-89CF-9C621ED38C79}" type="sibTrans" cxnId="{EC8EE8F8-6A20-43C5-93C6-7C4256172EDD}">
      <dgm:prSet/>
      <dgm:spPr/>
      <dgm:t>
        <a:bodyPr/>
        <a:lstStyle/>
        <a:p>
          <a:endParaRPr lang="en-US"/>
        </a:p>
      </dgm:t>
    </dgm:pt>
    <dgm:pt modelId="{4B18406D-6FEB-4AD5-99FE-946AE2393A3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SQL-kompatibel</a:t>
          </a:r>
          <a:endParaRPr lang="en-US"/>
        </a:p>
      </dgm:t>
    </dgm:pt>
    <dgm:pt modelId="{07C5BAE7-5DA7-4794-B7D6-C07456CC2E10}" type="parTrans" cxnId="{6827FEC9-9E25-4243-8776-25BFB7496D0F}">
      <dgm:prSet/>
      <dgm:spPr/>
      <dgm:t>
        <a:bodyPr/>
        <a:lstStyle/>
        <a:p>
          <a:endParaRPr lang="en-US"/>
        </a:p>
      </dgm:t>
    </dgm:pt>
    <dgm:pt modelId="{29FA5A46-3008-4920-8DC3-3D826BC08089}" type="sibTrans" cxnId="{6827FEC9-9E25-4243-8776-25BFB7496D0F}">
      <dgm:prSet/>
      <dgm:spPr/>
      <dgm:t>
        <a:bodyPr/>
        <a:lstStyle/>
        <a:p>
          <a:endParaRPr lang="en-US"/>
        </a:p>
      </dgm:t>
    </dgm:pt>
    <dgm:pt modelId="{D0D1A494-137B-425D-B2AF-DD197A88E4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Tabellen:</a:t>
          </a:r>
          <a:endParaRPr lang="en-US"/>
        </a:p>
      </dgm:t>
    </dgm:pt>
    <dgm:pt modelId="{194C9FAD-152B-434B-8CCE-DBF0C3DB6F37}" type="parTrans" cxnId="{F75CE6E5-5D2E-4A2B-8A08-D5C24A6A6612}">
      <dgm:prSet/>
      <dgm:spPr/>
      <dgm:t>
        <a:bodyPr/>
        <a:lstStyle/>
        <a:p>
          <a:endParaRPr lang="en-US"/>
        </a:p>
      </dgm:t>
    </dgm:pt>
    <dgm:pt modelId="{BD23ACCF-5739-4BED-8469-7E42195D89CA}" type="sibTrans" cxnId="{F75CE6E5-5D2E-4A2B-8A08-D5C24A6A6612}">
      <dgm:prSet/>
      <dgm:spPr/>
      <dgm:t>
        <a:bodyPr/>
        <a:lstStyle/>
        <a:p>
          <a:endParaRPr lang="en-US"/>
        </a:p>
      </dgm:t>
    </dgm:pt>
    <dgm:pt modelId="{613E69BC-5E15-4ED2-97DD-643BF0A4DD3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Users</a:t>
          </a:r>
          <a:endParaRPr lang="en-US"/>
        </a:p>
      </dgm:t>
    </dgm:pt>
    <dgm:pt modelId="{4F4FC563-CB08-4E77-8E13-3BE25A4DDA97}" type="parTrans" cxnId="{6BD7C812-720D-4E85-AB73-8D0F6EF6675A}">
      <dgm:prSet/>
      <dgm:spPr/>
      <dgm:t>
        <a:bodyPr/>
        <a:lstStyle/>
        <a:p>
          <a:endParaRPr lang="en-US"/>
        </a:p>
      </dgm:t>
    </dgm:pt>
    <dgm:pt modelId="{0A65EA8B-CA4D-4D41-B0F1-6B98103EBF59}" type="sibTrans" cxnId="{6BD7C812-720D-4E85-AB73-8D0F6EF6675A}">
      <dgm:prSet/>
      <dgm:spPr/>
      <dgm:t>
        <a:bodyPr/>
        <a:lstStyle/>
        <a:p>
          <a:endParaRPr lang="en-US"/>
        </a:p>
      </dgm:t>
    </dgm:pt>
    <dgm:pt modelId="{036994A0-D2F4-4F8F-9E79-BE0A3B8D17B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Rewards</a:t>
          </a:r>
          <a:endParaRPr lang="en-US"/>
        </a:p>
      </dgm:t>
    </dgm:pt>
    <dgm:pt modelId="{F4171610-3132-41F6-A7F6-11499D18F7D4}" type="parTrans" cxnId="{8F083380-89FB-4533-8060-DCEBE8A01A21}">
      <dgm:prSet/>
      <dgm:spPr/>
      <dgm:t>
        <a:bodyPr/>
        <a:lstStyle/>
        <a:p>
          <a:endParaRPr lang="en-US"/>
        </a:p>
      </dgm:t>
    </dgm:pt>
    <dgm:pt modelId="{FC76A90F-FCA5-4280-9BB1-B5EE2FE97F67}" type="sibTrans" cxnId="{8F083380-89FB-4533-8060-DCEBE8A01A21}">
      <dgm:prSet/>
      <dgm:spPr/>
      <dgm:t>
        <a:bodyPr/>
        <a:lstStyle/>
        <a:p>
          <a:endParaRPr lang="en-US"/>
        </a:p>
      </dgm:t>
    </dgm:pt>
    <dgm:pt modelId="{DF91E8BF-B82D-4943-9567-DF9F62CFC41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Invoice</a:t>
          </a:r>
          <a:endParaRPr lang="en-US"/>
        </a:p>
      </dgm:t>
    </dgm:pt>
    <dgm:pt modelId="{0510490F-0E65-4914-967B-4B6AE30A79E3}" type="parTrans" cxnId="{9EDCE540-C6A9-4F85-A9B8-3C511D20BAC5}">
      <dgm:prSet/>
      <dgm:spPr/>
      <dgm:t>
        <a:bodyPr/>
        <a:lstStyle/>
        <a:p>
          <a:endParaRPr lang="en-US"/>
        </a:p>
      </dgm:t>
    </dgm:pt>
    <dgm:pt modelId="{E422E6E1-D4CE-429F-B1FF-AA53940B27D0}" type="sibTrans" cxnId="{9EDCE540-C6A9-4F85-A9B8-3C511D20BAC5}">
      <dgm:prSet/>
      <dgm:spPr/>
      <dgm:t>
        <a:bodyPr/>
        <a:lstStyle/>
        <a:p>
          <a:endParaRPr lang="en-US"/>
        </a:p>
      </dgm:t>
    </dgm:pt>
    <dgm:pt modelId="{86245892-E5E9-4BF0-85C7-697EFE90A5C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History</a:t>
          </a:r>
          <a:endParaRPr lang="en-US"/>
        </a:p>
      </dgm:t>
    </dgm:pt>
    <dgm:pt modelId="{61676E2D-9AA1-4F79-A022-3DD457EC136D}" type="parTrans" cxnId="{039B1B2A-4F8E-4863-A837-64D93E575373}">
      <dgm:prSet/>
      <dgm:spPr/>
      <dgm:t>
        <a:bodyPr/>
        <a:lstStyle/>
        <a:p>
          <a:endParaRPr lang="en-US"/>
        </a:p>
      </dgm:t>
    </dgm:pt>
    <dgm:pt modelId="{B3A9A0FA-9414-4362-8051-64F25CED46A4}" type="sibTrans" cxnId="{039B1B2A-4F8E-4863-A837-64D93E575373}">
      <dgm:prSet/>
      <dgm:spPr/>
      <dgm:t>
        <a:bodyPr/>
        <a:lstStyle/>
        <a:p>
          <a:endParaRPr lang="en-US"/>
        </a:p>
      </dgm:t>
    </dgm:pt>
    <dgm:pt modelId="{EDDC90CD-31AC-43EC-8FE5-1FE4E3308FB3}" type="pres">
      <dgm:prSet presAssocID="{DA35420C-5A0F-4ED5-9851-347913EBD751}" presName="root" presStyleCnt="0">
        <dgm:presLayoutVars>
          <dgm:dir/>
          <dgm:resizeHandles val="exact"/>
        </dgm:presLayoutVars>
      </dgm:prSet>
      <dgm:spPr/>
    </dgm:pt>
    <dgm:pt modelId="{7D64D8A4-142A-4DBC-813D-B9727EA49CE9}" type="pres">
      <dgm:prSet presAssocID="{DF83D4DA-0421-43E5-80E8-08BCE2D098D9}" presName="compNode" presStyleCnt="0"/>
      <dgm:spPr/>
    </dgm:pt>
    <dgm:pt modelId="{2A58ACD6-5D20-4E4C-8BDB-0CF5051FF14F}" type="pres">
      <dgm:prSet presAssocID="{DF83D4DA-0421-43E5-80E8-08BCE2D098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9A5D64D9-83FD-4B27-A905-60DA699E76D1}" type="pres">
      <dgm:prSet presAssocID="{DF83D4DA-0421-43E5-80E8-08BCE2D098D9}" presName="iconSpace" presStyleCnt="0"/>
      <dgm:spPr/>
    </dgm:pt>
    <dgm:pt modelId="{97D5B5C1-2AFE-4B8C-B4C3-6065A56E384E}" type="pres">
      <dgm:prSet presAssocID="{DF83D4DA-0421-43E5-80E8-08BCE2D098D9}" presName="parTx" presStyleLbl="revTx" presStyleIdx="0" presStyleCnt="6">
        <dgm:presLayoutVars>
          <dgm:chMax val="0"/>
          <dgm:chPref val="0"/>
        </dgm:presLayoutVars>
      </dgm:prSet>
      <dgm:spPr/>
    </dgm:pt>
    <dgm:pt modelId="{878B285E-1B52-4262-B710-C50C6B1F865C}" type="pres">
      <dgm:prSet presAssocID="{DF83D4DA-0421-43E5-80E8-08BCE2D098D9}" presName="txSpace" presStyleCnt="0"/>
      <dgm:spPr/>
    </dgm:pt>
    <dgm:pt modelId="{EAC51E71-1829-4EBD-88A8-B2C6FA31A170}" type="pres">
      <dgm:prSet presAssocID="{DF83D4DA-0421-43E5-80E8-08BCE2D098D9}" presName="desTx" presStyleLbl="revTx" presStyleIdx="1" presStyleCnt="6">
        <dgm:presLayoutVars/>
      </dgm:prSet>
      <dgm:spPr/>
    </dgm:pt>
    <dgm:pt modelId="{691E73D4-46E0-4A71-87F2-DD63961C8610}" type="pres">
      <dgm:prSet presAssocID="{23ACE37A-5B0D-4530-9FEE-9A26EED735FE}" presName="sibTrans" presStyleCnt="0"/>
      <dgm:spPr/>
    </dgm:pt>
    <dgm:pt modelId="{5F9DA642-5EBA-4D47-985B-26A052A0F6EA}" type="pres">
      <dgm:prSet presAssocID="{4D11A61D-9687-4A19-9110-74CCBD94DC2A}" presName="compNode" presStyleCnt="0"/>
      <dgm:spPr/>
    </dgm:pt>
    <dgm:pt modelId="{DC375993-4D2F-463B-AAD5-DA2B78C8B4D2}" type="pres">
      <dgm:prSet presAssocID="{4D11A61D-9687-4A19-9110-74CCBD94DC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5CE8518C-A7EA-44E6-82B9-F06FFA7DA0E5}" type="pres">
      <dgm:prSet presAssocID="{4D11A61D-9687-4A19-9110-74CCBD94DC2A}" presName="iconSpace" presStyleCnt="0"/>
      <dgm:spPr/>
    </dgm:pt>
    <dgm:pt modelId="{0EE0F964-2450-41E6-8A9E-F6DC9575AEE8}" type="pres">
      <dgm:prSet presAssocID="{4D11A61D-9687-4A19-9110-74CCBD94DC2A}" presName="parTx" presStyleLbl="revTx" presStyleIdx="2" presStyleCnt="6">
        <dgm:presLayoutVars>
          <dgm:chMax val="0"/>
          <dgm:chPref val="0"/>
        </dgm:presLayoutVars>
      </dgm:prSet>
      <dgm:spPr/>
    </dgm:pt>
    <dgm:pt modelId="{7BBFE839-0EB7-4EF3-8FE4-18DC2D787D09}" type="pres">
      <dgm:prSet presAssocID="{4D11A61D-9687-4A19-9110-74CCBD94DC2A}" presName="txSpace" presStyleCnt="0"/>
      <dgm:spPr/>
    </dgm:pt>
    <dgm:pt modelId="{2A31ECE6-8A5D-4C9B-B3CB-D960BCCB25F2}" type="pres">
      <dgm:prSet presAssocID="{4D11A61D-9687-4A19-9110-74CCBD94DC2A}" presName="desTx" presStyleLbl="revTx" presStyleIdx="3" presStyleCnt="6">
        <dgm:presLayoutVars/>
      </dgm:prSet>
      <dgm:spPr/>
    </dgm:pt>
    <dgm:pt modelId="{E25B84DD-079B-4823-B6B3-A84E4082CC3B}" type="pres">
      <dgm:prSet presAssocID="{EEC73D75-C504-4C3D-A3B5-9F3AAE5A00F6}" presName="sibTrans" presStyleCnt="0"/>
      <dgm:spPr/>
    </dgm:pt>
    <dgm:pt modelId="{3701D094-3981-494A-9F53-240B71455CA0}" type="pres">
      <dgm:prSet presAssocID="{D0D1A494-137B-425D-B2AF-DD197A88E40C}" presName="compNode" presStyleCnt="0"/>
      <dgm:spPr/>
    </dgm:pt>
    <dgm:pt modelId="{12C0354D-E5CA-41E9-8948-0E6C6108FEAD}" type="pres">
      <dgm:prSet presAssocID="{D0D1A494-137B-425D-B2AF-DD197A88E4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e"/>
        </a:ext>
      </dgm:extLst>
    </dgm:pt>
    <dgm:pt modelId="{76CA6C6B-6686-4972-913B-5D4BCA7AD5A0}" type="pres">
      <dgm:prSet presAssocID="{D0D1A494-137B-425D-B2AF-DD197A88E40C}" presName="iconSpace" presStyleCnt="0"/>
      <dgm:spPr/>
    </dgm:pt>
    <dgm:pt modelId="{C5F173C1-CA8E-4ABA-9C7F-42EE17039C75}" type="pres">
      <dgm:prSet presAssocID="{D0D1A494-137B-425D-B2AF-DD197A88E40C}" presName="parTx" presStyleLbl="revTx" presStyleIdx="4" presStyleCnt="6">
        <dgm:presLayoutVars>
          <dgm:chMax val="0"/>
          <dgm:chPref val="0"/>
        </dgm:presLayoutVars>
      </dgm:prSet>
      <dgm:spPr/>
    </dgm:pt>
    <dgm:pt modelId="{B902E8D8-F2AF-44D1-8293-5F3FD9027463}" type="pres">
      <dgm:prSet presAssocID="{D0D1A494-137B-425D-B2AF-DD197A88E40C}" presName="txSpace" presStyleCnt="0"/>
      <dgm:spPr/>
    </dgm:pt>
    <dgm:pt modelId="{B38C22EE-97E1-4BBF-8280-6E1A4A599F51}" type="pres">
      <dgm:prSet presAssocID="{D0D1A494-137B-425D-B2AF-DD197A88E40C}" presName="desTx" presStyleLbl="revTx" presStyleIdx="5" presStyleCnt="6">
        <dgm:presLayoutVars/>
      </dgm:prSet>
      <dgm:spPr/>
    </dgm:pt>
  </dgm:ptLst>
  <dgm:cxnLst>
    <dgm:cxn modelId="{ABA6E211-D5E0-43D2-9B72-B9B65604A20A}" srcId="{DA35420C-5A0F-4ED5-9851-347913EBD751}" destId="{DF83D4DA-0421-43E5-80E8-08BCE2D098D9}" srcOrd="0" destOrd="0" parTransId="{C2765E81-4AFF-42B8-8A71-139DC4E104F5}" sibTransId="{23ACE37A-5B0D-4530-9FEE-9A26EED735FE}"/>
    <dgm:cxn modelId="{6BD7C812-720D-4E85-AB73-8D0F6EF6675A}" srcId="{D0D1A494-137B-425D-B2AF-DD197A88E40C}" destId="{613E69BC-5E15-4ED2-97DD-643BF0A4DD3A}" srcOrd="0" destOrd="0" parTransId="{4F4FC563-CB08-4E77-8E13-3BE25A4DDA97}" sibTransId="{0A65EA8B-CA4D-4D41-B0F1-6B98103EBF59}"/>
    <dgm:cxn modelId="{039B1B2A-4F8E-4863-A837-64D93E575373}" srcId="{D0D1A494-137B-425D-B2AF-DD197A88E40C}" destId="{86245892-E5E9-4BF0-85C7-697EFE90A5CD}" srcOrd="3" destOrd="0" parTransId="{61676E2D-9AA1-4F79-A022-3DD457EC136D}" sibTransId="{B3A9A0FA-9414-4362-8051-64F25CED46A4}"/>
    <dgm:cxn modelId="{DBC49A2B-612D-4D8A-981F-9EC0D05B1900}" type="presOf" srcId="{036994A0-D2F4-4F8F-9E79-BE0A3B8D17B4}" destId="{B38C22EE-97E1-4BBF-8280-6E1A4A599F51}" srcOrd="0" destOrd="1" presId="urn:microsoft.com/office/officeart/2018/5/layout/CenteredIconLabelDescriptionList"/>
    <dgm:cxn modelId="{E767912D-469E-4A57-8AC9-04B8A2D8ACCF}" type="presOf" srcId="{613E69BC-5E15-4ED2-97DD-643BF0A4DD3A}" destId="{B38C22EE-97E1-4BBF-8280-6E1A4A599F51}" srcOrd="0" destOrd="0" presId="urn:microsoft.com/office/officeart/2018/5/layout/CenteredIconLabelDescriptionList"/>
    <dgm:cxn modelId="{8A35BF2F-EADC-4417-AE68-18601C32C57A}" type="presOf" srcId="{D0D1A494-137B-425D-B2AF-DD197A88E40C}" destId="{C5F173C1-CA8E-4ABA-9C7F-42EE17039C75}" srcOrd="0" destOrd="0" presId="urn:microsoft.com/office/officeart/2018/5/layout/CenteredIconLabelDescriptionList"/>
    <dgm:cxn modelId="{9EDCE540-C6A9-4F85-A9B8-3C511D20BAC5}" srcId="{D0D1A494-137B-425D-B2AF-DD197A88E40C}" destId="{DF91E8BF-B82D-4943-9567-DF9F62CFC41C}" srcOrd="2" destOrd="0" parTransId="{0510490F-0E65-4914-967B-4B6AE30A79E3}" sibTransId="{E422E6E1-D4CE-429F-B1FF-AA53940B27D0}"/>
    <dgm:cxn modelId="{0C19815D-31F5-4EF1-9312-DAD7DAEDDBE6}" srcId="{DA35420C-5A0F-4ED5-9851-347913EBD751}" destId="{4D11A61D-9687-4A19-9110-74CCBD94DC2A}" srcOrd="1" destOrd="0" parTransId="{EBB9903B-D92E-4C54-A3FA-EA154A332612}" sibTransId="{EEC73D75-C504-4C3D-A3B5-9F3AAE5A00F6}"/>
    <dgm:cxn modelId="{3357806D-A9C8-4C7F-A9A4-D23DAE02838F}" srcId="{4D11A61D-9687-4A19-9110-74CCBD94DC2A}" destId="{AC9838C3-8FB0-432F-8A7C-D1526FC89969}" srcOrd="0" destOrd="0" parTransId="{A8E58F5E-2C69-42FC-9B27-3E1D497506EF}" sibTransId="{35434675-B93B-4E62-9435-F9EB2D266F13}"/>
    <dgm:cxn modelId="{8F083380-89FB-4533-8060-DCEBE8A01A21}" srcId="{D0D1A494-137B-425D-B2AF-DD197A88E40C}" destId="{036994A0-D2F4-4F8F-9E79-BE0A3B8D17B4}" srcOrd="1" destOrd="0" parTransId="{F4171610-3132-41F6-A7F6-11499D18F7D4}" sibTransId="{FC76A90F-FCA5-4280-9BB1-B5EE2FE97F67}"/>
    <dgm:cxn modelId="{AF3B5EAE-5250-4E99-8F8D-4398A57BF03F}" type="presOf" srcId="{3BBEED7C-EC34-4CBF-9B9F-16D09433D8F2}" destId="{2A31ECE6-8A5D-4C9B-B3CB-D960BCCB25F2}" srcOrd="0" destOrd="1" presId="urn:microsoft.com/office/officeart/2018/5/layout/CenteredIconLabelDescriptionList"/>
    <dgm:cxn modelId="{66EEA7B2-6E87-4485-9EA6-832D9109ED87}" type="presOf" srcId="{86245892-E5E9-4BF0-85C7-697EFE90A5CD}" destId="{B38C22EE-97E1-4BBF-8280-6E1A4A599F51}" srcOrd="0" destOrd="3" presId="urn:microsoft.com/office/officeart/2018/5/layout/CenteredIconLabelDescriptionList"/>
    <dgm:cxn modelId="{8CEEACC0-F87A-4C13-A6B3-021F8E55A327}" type="presOf" srcId="{4D11A61D-9687-4A19-9110-74CCBD94DC2A}" destId="{0EE0F964-2450-41E6-8A9E-F6DC9575AEE8}" srcOrd="0" destOrd="0" presId="urn:microsoft.com/office/officeart/2018/5/layout/CenteredIconLabelDescriptionList"/>
    <dgm:cxn modelId="{0EDF1FC8-E449-4D8D-8F16-C9C9E1F15901}" type="presOf" srcId="{4B18406D-6FEB-4AD5-99FE-946AE2393A36}" destId="{2A31ECE6-8A5D-4C9B-B3CB-D960BCCB25F2}" srcOrd="0" destOrd="2" presId="urn:microsoft.com/office/officeart/2018/5/layout/CenteredIconLabelDescriptionList"/>
    <dgm:cxn modelId="{4BD395C8-9335-4F10-940D-BA958B680BCB}" type="presOf" srcId="{DA35420C-5A0F-4ED5-9851-347913EBD751}" destId="{EDDC90CD-31AC-43EC-8FE5-1FE4E3308FB3}" srcOrd="0" destOrd="0" presId="urn:microsoft.com/office/officeart/2018/5/layout/CenteredIconLabelDescriptionList"/>
    <dgm:cxn modelId="{6827FEC9-9E25-4243-8776-25BFB7496D0F}" srcId="{4D11A61D-9687-4A19-9110-74CCBD94DC2A}" destId="{4B18406D-6FEB-4AD5-99FE-946AE2393A36}" srcOrd="2" destOrd="0" parTransId="{07C5BAE7-5DA7-4794-B7D6-C07456CC2E10}" sibTransId="{29FA5A46-3008-4920-8DC3-3D826BC08089}"/>
    <dgm:cxn modelId="{2CD24ED1-3F8C-4A86-AE34-CDBD8ECB088C}" type="presOf" srcId="{AC9838C3-8FB0-432F-8A7C-D1526FC89969}" destId="{2A31ECE6-8A5D-4C9B-B3CB-D960BCCB25F2}" srcOrd="0" destOrd="0" presId="urn:microsoft.com/office/officeart/2018/5/layout/CenteredIconLabelDescriptionList"/>
    <dgm:cxn modelId="{E71EB9D7-A08F-47FC-9954-17A97E200B1C}" type="presOf" srcId="{DF83D4DA-0421-43E5-80E8-08BCE2D098D9}" destId="{97D5B5C1-2AFE-4B8C-B4C3-6065A56E384E}" srcOrd="0" destOrd="0" presId="urn:microsoft.com/office/officeart/2018/5/layout/CenteredIconLabelDescriptionList"/>
    <dgm:cxn modelId="{0CA267DF-4B58-44F0-8FD2-43CBA5E6A837}" type="presOf" srcId="{DF91E8BF-B82D-4943-9567-DF9F62CFC41C}" destId="{B38C22EE-97E1-4BBF-8280-6E1A4A599F51}" srcOrd="0" destOrd="2" presId="urn:microsoft.com/office/officeart/2018/5/layout/CenteredIconLabelDescriptionList"/>
    <dgm:cxn modelId="{F75CE6E5-5D2E-4A2B-8A08-D5C24A6A6612}" srcId="{DA35420C-5A0F-4ED5-9851-347913EBD751}" destId="{D0D1A494-137B-425D-B2AF-DD197A88E40C}" srcOrd="2" destOrd="0" parTransId="{194C9FAD-152B-434B-8CCE-DBF0C3DB6F37}" sibTransId="{BD23ACCF-5739-4BED-8469-7E42195D89CA}"/>
    <dgm:cxn modelId="{EC8EE8F8-6A20-43C5-93C6-7C4256172EDD}" srcId="{4D11A61D-9687-4A19-9110-74CCBD94DC2A}" destId="{3BBEED7C-EC34-4CBF-9B9F-16D09433D8F2}" srcOrd="1" destOrd="0" parTransId="{FE0A3651-45D9-4ED1-9A3D-754631C3DA8B}" sibTransId="{9EC484FB-FE07-4B72-89CF-9C621ED38C79}"/>
    <dgm:cxn modelId="{2A3C7A70-D99A-4495-9883-744D2183BC98}" type="presParOf" srcId="{EDDC90CD-31AC-43EC-8FE5-1FE4E3308FB3}" destId="{7D64D8A4-142A-4DBC-813D-B9727EA49CE9}" srcOrd="0" destOrd="0" presId="urn:microsoft.com/office/officeart/2018/5/layout/CenteredIconLabelDescriptionList"/>
    <dgm:cxn modelId="{BDF1B2EF-EA5B-41C3-A1A1-8D26B15A3549}" type="presParOf" srcId="{7D64D8A4-142A-4DBC-813D-B9727EA49CE9}" destId="{2A58ACD6-5D20-4E4C-8BDB-0CF5051FF14F}" srcOrd="0" destOrd="0" presId="urn:microsoft.com/office/officeart/2018/5/layout/CenteredIconLabelDescriptionList"/>
    <dgm:cxn modelId="{932F1F96-9A33-4274-B727-F91AAF8EA05C}" type="presParOf" srcId="{7D64D8A4-142A-4DBC-813D-B9727EA49CE9}" destId="{9A5D64D9-83FD-4B27-A905-60DA699E76D1}" srcOrd="1" destOrd="0" presId="urn:microsoft.com/office/officeart/2018/5/layout/CenteredIconLabelDescriptionList"/>
    <dgm:cxn modelId="{0D32E1BE-4BA0-4EB4-83DB-A114E3511CFA}" type="presParOf" srcId="{7D64D8A4-142A-4DBC-813D-B9727EA49CE9}" destId="{97D5B5C1-2AFE-4B8C-B4C3-6065A56E384E}" srcOrd="2" destOrd="0" presId="urn:microsoft.com/office/officeart/2018/5/layout/CenteredIconLabelDescriptionList"/>
    <dgm:cxn modelId="{5F5E6802-8EC5-4FA9-8400-4B3C04842FC5}" type="presParOf" srcId="{7D64D8A4-142A-4DBC-813D-B9727EA49CE9}" destId="{878B285E-1B52-4262-B710-C50C6B1F865C}" srcOrd="3" destOrd="0" presId="urn:microsoft.com/office/officeart/2018/5/layout/CenteredIconLabelDescriptionList"/>
    <dgm:cxn modelId="{5CC7D5B6-423B-47D2-B259-540CFC54C815}" type="presParOf" srcId="{7D64D8A4-142A-4DBC-813D-B9727EA49CE9}" destId="{EAC51E71-1829-4EBD-88A8-B2C6FA31A170}" srcOrd="4" destOrd="0" presId="urn:microsoft.com/office/officeart/2018/5/layout/CenteredIconLabelDescriptionList"/>
    <dgm:cxn modelId="{330DB4DE-F93F-4596-8AD5-1C454827052D}" type="presParOf" srcId="{EDDC90CD-31AC-43EC-8FE5-1FE4E3308FB3}" destId="{691E73D4-46E0-4A71-87F2-DD63961C8610}" srcOrd="1" destOrd="0" presId="urn:microsoft.com/office/officeart/2018/5/layout/CenteredIconLabelDescriptionList"/>
    <dgm:cxn modelId="{CBF20732-7830-4112-84F1-4194CC2F5F02}" type="presParOf" srcId="{EDDC90CD-31AC-43EC-8FE5-1FE4E3308FB3}" destId="{5F9DA642-5EBA-4D47-985B-26A052A0F6EA}" srcOrd="2" destOrd="0" presId="urn:microsoft.com/office/officeart/2018/5/layout/CenteredIconLabelDescriptionList"/>
    <dgm:cxn modelId="{96B7E319-C381-44A5-86F9-66C7E1300490}" type="presParOf" srcId="{5F9DA642-5EBA-4D47-985B-26A052A0F6EA}" destId="{DC375993-4D2F-463B-AAD5-DA2B78C8B4D2}" srcOrd="0" destOrd="0" presId="urn:microsoft.com/office/officeart/2018/5/layout/CenteredIconLabelDescriptionList"/>
    <dgm:cxn modelId="{51DBF404-501B-4E6C-A011-E47CF77B4684}" type="presParOf" srcId="{5F9DA642-5EBA-4D47-985B-26A052A0F6EA}" destId="{5CE8518C-A7EA-44E6-82B9-F06FFA7DA0E5}" srcOrd="1" destOrd="0" presId="urn:microsoft.com/office/officeart/2018/5/layout/CenteredIconLabelDescriptionList"/>
    <dgm:cxn modelId="{3360494F-837B-40A2-846C-DCBC62182DCB}" type="presParOf" srcId="{5F9DA642-5EBA-4D47-985B-26A052A0F6EA}" destId="{0EE0F964-2450-41E6-8A9E-F6DC9575AEE8}" srcOrd="2" destOrd="0" presId="urn:microsoft.com/office/officeart/2018/5/layout/CenteredIconLabelDescriptionList"/>
    <dgm:cxn modelId="{0C9BD043-D099-4E41-B457-54578EDC456A}" type="presParOf" srcId="{5F9DA642-5EBA-4D47-985B-26A052A0F6EA}" destId="{7BBFE839-0EB7-4EF3-8FE4-18DC2D787D09}" srcOrd="3" destOrd="0" presId="urn:microsoft.com/office/officeart/2018/5/layout/CenteredIconLabelDescriptionList"/>
    <dgm:cxn modelId="{11898B6A-F40D-4DD9-98B7-6EA3FAA40179}" type="presParOf" srcId="{5F9DA642-5EBA-4D47-985B-26A052A0F6EA}" destId="{2A31ECE6-8A5D-4C9B-B3CB-D960BCCB25F2}" srcOrd="4" destOrd="0" presId="urn:microsoft.com/office/officeart/2018/5/layout/CenteredIconLabelDescriptionList"/>
    <dgm:cxn modelId="{3DA7F6AE-0882-4953-80D4-E2F451333F37}" type="presParOf" srcId="{EDDC90CD-31AC-43EC-8FE5-1FE4E3308FB3}" destId="{E25B84DD-079B-4823-B6B3-A84E4082CC3B}" srcOrd="3" destOrd="0" presId="urn:microsoft.com/office/officeart/2018/5/layout/CenteredIconLabelDescriptionList"/>
    <dgm:cxn modelId="{2D8DACC0-6511-4D4F-B601-7698401C54D7}" type="presParOf" srcId="{EDDC90CD-31AC-43EC-8FE5-1FE4E3308FB3}" destId="{3701D094-3981-494A-9F53-240B71455CA0}" srcOrd="4" destOrd="0" presId="urn:microsoft.com/office/officeart/2018/5/layout/CenteredIconLabelDescriptionList"/>
    <dgm:cxn modelId="{DB5BBA0F-BCD0-47A5-A694-DCE6952516E3}" type="presParOf" srcId="{3701D094-3981-494A-9F53-240B71455CA0}" destId="{12C0354D-E5CA-41E9-8948-0E6C6108FEAD}" srcOrd="0" destOrd="0" presId="urn:microsoft.com/office/officeart/2018/5/layout/CenteredIconLabelDescriptionList"/>
    <dgm:cxn modelId="{D77104A7-F73D-4D5E-82BB-D3D798CB9C65}" type="presParOf" srcId="{3701D094-3981-494A-9F53-240B71455CA0}" destId="{76CA6C6B-6686-4972-913B-5D4BCA7AD5A0}" srcOrd="1" destOrd="0" presId="urn:microsoft.com/office/officeart/2018/5/layout/CenteredIconLabelDescriptionList"/>
    <dgm:cxn modelId="{3E090737-8B95-4303-9262-2E51AE56269F}" type="presParOf" srcId="{3701D094-3981-494A-9F53-240B71455CA0}" destId="{C5F173C1-CA8E-4ABA-9C7F-42EE17039C75}" srcOrd="2" destOrd="0" presId="urn:microsoft.com/office/officeart/2018/5/layout/CenteredIconLabelDescriptionList"/>
    <dgm:cxn modelId="{34EB2ED8-8DEC-44D8-BF7A-348BF5BC4514}" type="presParOf" srcId="{3701D094-3981-494A-9F53-240B71455CA0}" destId="{B902E8D8-F2AF-44D1-8293-5F3FD9027463}" srcOrd="3" destOrd="0" presId="urn:microsoft.com/office/officeart/2018/5/layout/CenteredIconLabelDescriptionList"/>
    <dgm:cxn modelId="{1E5339BC-6B50-4C56-A8B7-881D791F144D}" type="presParOf" srcId="{3701D094-3981-494A-9F53-240B71455CA0}" destId="{B38C22EE-97E1-4BBF-8280-6E1A4A599F5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4D8BAE-5E3E-4779-A867-8E4D6F4707A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0C73FD-BE68-4BD5-B17B-DC7CFC5D909F}">
      <dgm:prSet/>
      <dgm:spPr/>
      <dgm:t>
        <a:bodyPr/>
        <a:lstStyle/>
        <a:p>
          <a:r>
            <a:rPr lang="de-DE" dirty="0"/>
            <a:t>User wählt ein </a:t>
          </a:r>
          <a:r>
            <a:rPr lang="de-DE" dirty="0" err="1"/>
            <a:t>Reward</a:t>
          </a:r>
          <a:endParaRPr lang="en-US" dirty="0"/>
        </a:p>
      </dgm:t>
    </dgm:pt>
    <dgm:pt modelId="{96F86B13-1AD4-4537-94A3-3E4E2F65C2AE}" type="parTrans" cxnId="{A73757E5-35DA-49CD-A3CD-4AD449541419}">
      <dgm:prSet/>
      <dgm:spPr/>
      <dgm:t>
        <a:bodyPr/>
        <a:lstStyle/>
        <a:p>
          <a:endParaRPr lang="en-US"/>
        </a:p>
      </dgm:t>
    </dgm:pt>
    <dgm:pt modelId="{BDE8BCBE-DC03-4EAF-B157-9C64FF81279F}" type="sibTrans" cxnId="{A73757E5-35DA-49CD-A3CD-4AD449541419}">
      <dgm:prSet/>
      <dgm:spPr/>
      <dgm:t>
        <a:bodyPr/>
        <a:lstStyle/>
        <a:p>
          <a:endParaRPr lang="en-US"/>
        </a:p>
      </dgm:t>
    </dgm:pt>
    <dgm:pt modelId="{60A20DB9-2969-4F1D-90EB-743226441941}">
      <dgm:prSet/>
      <dgm:spPr/>
      <dgm:t>
        <a:bodyPr/>
        <a:lstStyle/>
        <a:p>
          <a:r>
            <a:rPr lang="de-DE"/>
            <a:t>Frontend sendet Request</a:t>
          </a:r>
          <a:endParaRPr lang="en-US"/>
        </a:p>
      </dgm:t>
    </dgm:pt>
    <dgm:pt modelId="{CE742987-A0A8-4CF7-99E0-486CCF0EDE5E}" type="parTrans" cxnId="{67CB5BF9-B45A-40A6-A198-168A2D38F8F0}">
      <dgm:prSet/>
      <dgm:spPr/>
      <dgm:t>
        <a:bodyPr/>
        <a:lstStyle/>
        <a:p>
          <a:endParaRPr lang="en-US"/>
        </a:p>
      </dgm:t>
    </dgm:pt>
    <dgm:pt modelId="{5BA6F3FF-0311-450A-92F8-ED610936F566}" type="sibTrans" cxnId="{67CB5BF9-B45A-40A6-A198-168A2D38F8F0}">
      <dgm:prSet/>
      <dgm:spPr/>
      <dgm:t>
        <a:bodyPr/>
        <a:lstStyle/>
        <a:p>
          <a:endParaRPr lang="en-US"/>
        </a:p>
      </dgm:t>
    </dgm:pt>
    <dgm:pt modelId="{61B72CA6-6765-4CB3-B29C-EA5DC3E314A8}">
      <dgm:prSet/>
      <dgm:spPr/>
      <dgm:t>
        <a:bodyPr/>
        <a:lstStyle/>
        <a:p>
          <a:r>
            <a:rPr lang="de-DE"/>
            <a:t>UserController</a:t>
          </a:r>
          <a:endParaRPr lang="en-US"/>
        </a:p>
      </dgm:t>
    </dgm:pt>
    <dgm:pt modelId="{239FD975-0C7E-4FCA-B793-5DE8A91497EA}" type="parTrans" cxnId="{A1BF8B7D-E73D-4BFA-9B45-D223F35179AE}">
      <dgm:prSet/>
      <dgm:spPr/>
      <dgm:t>
        <a:bodyPr/>
        <a:lstStyle/>
        <a:p>
          <a:endParaRPr lang="en-US"/>
        </a:p>
      </dgm:t>
    </dgm:pt>
    <dgm:pt modelId="{58ECC34D-8FCB-4D0D-A247-51C5AE4C6E09}" type="sibTrans" cxnId="{A1BF8B7D-E73D-4BFA-9B45-D223F35179AE}">
      <dgm:prSet/>
      <dgm:spPr/>
      <dgm:t>
        <a:bodyPr/>
        <a:lstStyle/>
        <a:p>
          <a:endParaRPr lang="en-US"/>
        </a:p>
      </dgm:t>
    </dgm:pt>
    <dgm:pt modelId="{CC14DDD7-8B6F-4716-993C-35E9EA7C2564}">
      <dgm:prSet/>
      <dgm:spPr/>
      <dgm:t>
        <a:bodyPr/>
        <a:lstStyle/>
        <a:p>
          <a:r>
            <a:rPr lang="de-DE"/>
            <a:t>PointsService (Business-Logik)</a:t>
          </a:r>
          <a:endParaRPr lang="en-US"/>
        </a:p>
      </dgm:t>
    </dgm:pt>
    <dgm:pt modelId="{1F4C3D9F-6D0A-4865-A2FD-36AA745CCCC3}" type="parTrans" cxnId="{71FB3DEB-1154-4C51-BEE6-13752AA46449}">
      <dgm:prSet/>
      <dgm:spPr/>
      <dgm:t>
        <a:bodyPr/>
        <a:lstStyle/>
        <a:p>
          <a:endParaRPr lang="en-US"/>
        </a:p>
      </dgm:t>
    </dgm:pt>
    <dgm:pt modelId="{9CCD9367-F968-4B7F-8263-92D6CE2457F6}" type="sibTrans" cxnId="{71FB3DEB-1154-4C51-BEE6-13752AA46449}">
      <dgm:prSet/>
      <dgm:spPr/>
      <dgm:t>
        <a:bodyPr/>
        <a:lstStyle/>
        <a:p>
          <a:endParaRPr lang="en-US"/>
        </a:p>
      </dgm:t>
    </dgm:pt>
    <dgm:pt modelId="{5C0FC897-DB88-497D-A8A0-0434FC71BA95}">
      <dgm:prSet/>
      <dgm:spPr/>
      <dgm:t>
        <a:bodyPr/>
        <a:lstStyle/>
        <a:p>
          <a:r>
            <a:rPr lang="de-DE"/>
            <a:t>Datenbank</a:t>
          </a:r>
          <a:endParaRPr lang="en-US"/>
        </a:p>
      </dgm:t>
    </dgm:pt>
    <dgm:pt modelId="{8F126E5D-4CED-4DBB-ADE1-A98EE59FEF65}" type="parTrans" cxnId="{7DD95126-2323-4085-972F-D4B3D7CE89C4}">
      <dgm:prSet/>
      <dgm:spPr/>
      <dgm:t>
        <a:bodyPr/>
        <a:lstStyle/>
        <a:p>
          <a:endParaRPr lang="en-US"/>
        </a:p>
      </dgm:t>
    </dgm:pt>
    <dgm:pt modelId="{2B57C5A0-7522-4D62-A57A-B028BA4D816A}" type="sibTrans" cxnId="{7DD95126-2323-4085-972F-D4B3D7CE89C4}">
      <dgm:prSet/>
      <dgm:spPr/>
      <dgm:t>
        <a:bodyPr/>
        <a:lstStyle/>
        <a:p>
          <a:endParaRPr lang="en-US"/>
        </a:p>
      </dgm:t>
    </dgm:pt>
    <dgm:pt modelId="{AFE108E4-CC59-41DB-8BE8-A1FB57642EAE}">
      <dgm:prSet/>
      <dgm:spPr/>
      <dgm:t>
        <a:bodyPr/>
        <a:lstStyle/>
        <a:p>
          <a:r>
            <a:rPr lang="de-DE"/>
            <a:t>Antwort an Frontend</a:t>
          </a:r>
          <a:endParaRPr lang="en-US"/>
        </a:p>
      </dgm:t>
    </dgm:pt>
    <dgm:pt modelId="{3DE388E5-B43E-4DE0-8554-7749C510F353}" type="parTrans" cxnId="{7B52D261-3F14-4DE7-BD8F-6BE6DB51771A}">
      <dgm:prSet/>
      <dgm:spPr/>
      <dgm:t>
        <a:bodyPr/>
        <a:lstStyle/>
        <a:p>
          <a:endParaRPr lang="en-US"/>
        </a:p>
      </dgm:t>
    </dgm:pt>
    <dgm:pt modelId="{2656E8EE-B1E2-40B1-A3AE-F55A5E762F11}" type="sibTrans" cxnId="{7B52D261-3F14-4DE7-BD8F-6BE6DB51771A}">
      <dgm:prSet/>
      <dgm:spPr/>
      <dgm:t>
        <a:bodyPr/>
        <a:lstStyle/>
        <a:p>
          <a:endParaRPr lang="en-US"/>
        </a:p>
      </dgm:t>
    </dgm:pt>
    <dgm:pt modelId="{7A83A0D3-D5E1-4D09-904D-F8459278E94F}" type="pres">
      <dgm:prSet presAssocID="{D44D8BAE-5E3E-4779-A867-8E4D6F4707AA}" presName="linear" presStyleCnt="0">
        <dgm:presLayoutVars>
          <dgm:dir/>
          <dgm:animLvl val="lvl"/>
          <dgm:resizeHandles val="exact"/>
        </dgm:presLayoutVars>
      </dgm:prSet>
      <dgm:spPr/>
    </dgm:pt>
    <dgm:pt modelId="{FA15D191-B1E3-45B7-98A8-128A2BD04D22}" type="pres">
      <dgm:prSet presAssocID="{180C73FD-BE68-4BD5-B17B-DC7CFC5D909F}" presName="parentLin" presStyleCnt="0"/>
      <dgm:spPr/>
    </dgm:pt>
    <dgm:pt modelId="{496206BC-F634-46A6-B024-799381B0AC46}" type="pres">
      <dgm:prSet presAssocID="{180C73FD-BE68-4BD5-B17B-DC7CFC5D909F}" presName="parentLeftMargin" presStyleLbl="node1" presStyleIdx="0" presStyleCnt="6"/>
      <dgm:spPr/>
    </dgm:pt>
    <dgm:pt modelId="{6C8DD404-06B4-421B-BED1-3C83D5ABD76B}" type="pres">
      <dgm:prSet presAssocID="{180C73FD-BE68-4BD5-B17B-DC7CFC5D909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51CFA31-6D07-4091-90B7-E05C78F484E2}" type="pres">
      <dgm:prSet presAssocID="{180C73FD-BE68-4BD5-B17B-DC7CFC5D909F}" presName="negativeSpace" presStyleCnt="0"/>
      <dgm:spPr/>
    </dgm:pt>
    <dgm:pt modelId="{1012D411-E5A5-4252-B61C-78DBBAEC8266}" type="pres">
      <dgm:prSet presAssocID="{180C73FD-BE68-4BD5-B17B-DC7CFC5D909F}" presName="childText" presStyleLbl="conFgAcc1" presStyleIdx="0" presStyleCnt="6">
        <dgm:presLayoutVars>
          <dgm:bulletEnabled val="1"/>
        </dgm:presLayoutVars>
      </dgm:prSet>
      <dgm:spPr/>
    </dgm:pt>
    <dgm:pt modelId="{76E28E59-34B7-4704-AD27-F7820BD1069D}" type="pres">
      <dgm:prSet presAssocID="{BDE8BCBE-DC03-4EAF-B157-9C64FF81279F}" presName="spaceBetweenRectangles" presStyleCnt="0"/>
      <dgm:spPr/>
    </dgm:pt>
    <dgm:pt modelId="{3A4F5E0D-CDF5-4568-9DAB-515E86B5B081}" type="pres">
      <dgm:prSet presAssocID="{60A20DB9-2969-4F1D-90EB-743226441941}" presName="parentLin" presStyleCnt="0"/>
      <dgm:spPr/>
    </dgm:pt>
    <dgm:pt modelId="{E36DDF68-0D89-45B1-A99B-9A6D909E5B86}" type="pres">
      <dgm:prSet presAssocID="{60A20DB9-2969-4F1D-90EB-743226441941}" presName="parentLeftMargin" presStyleLbl="node1" presStyleIdx="0" presStyleCnt="6"/>
      <dgm:spPr/>
    </dgm:pt>
    <dgm:pt modelId="{68A62AEF-B283-4981-8190-9F7BE65DB0FA}" type="pres">
      <dgm:prSet presAssocID="{60A20DB9-2969-4F1D-90EB-74322644194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93F684A-B267-4F41-8590-C5E713766B5C}" type="pres">
      <dgm:prSet presAssocID="{60A20DB9-2969-4F1D-90EB-743226441941}" presName="negativeSpace" presStyleCnt="0"/>
      <dgm:spPr/>
    </dgm:pt>
    <dgm:pt modelId="{C7BD9031-FC1A-4E28-95B1-DC3B3C197E62}" type="pres">
      <dgm:prSet presAssocID="{60A20DB9-2969-4F1D-90EB-743226441941}" presName="childText" presStyleLbl="conFgAcc1" presStyleIdx="1" presStyleCnt="6">
        <dgm:presLayoutVars>
          <dgm:bulletEnabled val="1"/>
        </dgm:presLayoutVars>
      </dgm:prSet>
      <dgm:spPr/>
    </dgm:pt>
    <dgm:pt modelId="{0B84E295-6BF3-4600-8D60-58DE7C2AA5ED}" type="pres">
      <dgm:prSet presAssocID="{5BA6F3FF-0311-450A-92F8-ED610936F566}" presName="spaceBetweenRectangles" presStyleCnt="0"/>
      <dgm:spPr/>
    </dgm:pt>
    <dgm:pt modelId="{70679C1E-D55A-4B79-B7E1-F9787C4619CE}" type="pres">
      <dgm:prSet presAssocID="{61B72CA6-6765-4CB3-B29C-EA5DC3E314A8}" presName="parentLin" presStyleCnt="0"/>
      <dgm:spPr/>
    </dgm:pt>
    <dgm:pt modelId="{0ECC8BD7-0A2B-4981-8D9D-0803D475E48C}" type="pres">
      <dgm:prSet presAssocID="{61B72CA6-6765-4CB3-B29C-EA5DC3E314A8}" presName="parentLeftMargin" presStyleLbl="node1" presStyleIdx="1" presStyleCnt="6"/>
      <dgm:spPr/>
    </dgm:pt>
    <dgm:pt modelId="{920DC865-A68E-4A09-9FF6-5C0D6DAB9A7F}" type="pres">
      <dgm:prSet presAssocID="{61B72CA6-6765-4CB3-B29C-EA5DC3E314A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CA23778-3C96-4C0C-BEB4-762056205F03}" type="pres">
      <dgm:prSet presAssocID="{61B72CA6-6765-4CB3-B29C-EA5DC3E314A8}" presName="negativeSpace" presStyleCnt="0"/>
      <dgm:spPr/>
    </dgm:pt>
    <dgm:pt modelId="{CAEBF84F-5094-42F2-9C7B-CDCA91DD1098}" type="pres">
      <dgm:prSet presAssocID="{61B72CA6-6765-4CB3-B29C-EA5DC3E314A8}" presName="childText" presStyleLbl="conFgAcc1" presStyleIdx="2" presStyleCnt="6">
        <dgm:presLayoutVars>
          <dgm:bulletEnabled val="1"/>
        </dgm:presLayoutVars>
      </dgm:prSet>
      <dgm:spPr/>
    </dgm:pt>
    <dgm:pt modelId="{0890C59F-0B46-45E8-A510-5F235E364C6A}" type="pres">
      <dgm:prSet presAssocID="{58ECC34D-8FCB-4D0D-A247-51C5AE4C6E09}" presName="spaceBetweenRectangles" presStyleCnt="0"/>
      <dgm:spPr/>
    </dgm:pt>
    <dgm:pt modelId="{7AC0EF45-4AC4-4721-B6CF-DF8B28409BF6}" type="pres">
      <dgm:prSet presAssocID="{CC14DDD7-8B6F-4716-993C-35E9EA7C2564}" presName="parentLin" presStyleCnt="0"/>
      <dgm:spPr/>
    </dgm:pt>
    <dgm:pt modelId="{0CF1EA49-AD0A-45D5-BD7E-B97158928368}" type="pres">
      <dgm:prSet presAssocID="{CC14DDD7-8B6F-4716-993C-35E9EA7C2564}" presName="parentLeftMargin" presStyleLbl="node1" presStyleIdx="2" presStyleCnt="6"/>
      <dgm:spPr/>
    </dgm:pt>
    <dgm:pt modelId="{B5E89AEF-3D9B-4A4C-9714-5B6C2E6CF830}" type="pres">
      <dgm:prSet presAssocID="{CC14DDD7-8B6F-4716-993C-35E9EA7C256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9B6CD5A-EF4E-448F-8E0B-1C9B687B27FB}" type="pres">
      <dgm:prSet presAssocID="{CC14DDD7-8B6F-4716-993C-35E9EA7C2564}" presName="negativeSpace" presStyleCnt="0"/>
      <dgm:spPr/>
    </dgm:pt>
    <dgm:pt modelId="{7DFE10A0-5F3B-4654-8A96-F7375F3F7B9F}" type="pres">
      <dgm:prSet presAssocID="{CC14DDD7-8B6F-4716-993C-35E9EA7C2564}" presName="childText" presStyleLbl="conFgAcc1" presStyleIdx="3" presStyleCnt="6">
        <dgm:presLayoutVars>
          <dgm:bulletEnabled val="1"/>
        </dgm:presLayoutVars>
      </dgm:prSet>
      <dgm:spPr/>
    </dgm:pt>
    <dgm:pt modelId="{27594931-4418-47B0-9EB1-BBFBF8789B53}" type="pres">
      <dgm:prSet presAssocID="{9CCD9367-F968-4B7F-8263-92D6CE2457F6}" presName="spaceBetweenRectangles" presStyleCnt="0"/>
      <dgm:spPr/>
    </dgm:pt>
    <dgm:pt modelId="{0D80A114-4D8D-4FA9-B49F-B19F41E0A13B}" type="pres">
      <dgm:prSet presAssocID="{5C0FC897-DB88-497D-A8A0-0434FC71BA95}" presName="parentLin" presStyleCnt="0"/>
      <dgm:spPr/>
    </dgm:pt>
    <dgm:pt modelId="{A122C64E-462A-463C-911B-265537E2A6D5}" type="pres">
      <dgm:prSet presAssocID="{5C0FC897-DB88-497D-A8A0-0434FC71BA95}" presName="parentLeftMargin" presStyleLbl="node1" presStyleIdx="3" presStyleCnt="6"/>
      <dgm:spPr/>
    </dgm:pt>
    <dgm:pt modelId="{55FEB7B2-A0AB-4C7F-9AD2-B90C965FDBD2}" type="pres">
      <dgm:prSet presAssocID="{5C0FC897-DB88-497D-A8A0-0434FC71BA9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1332B9-DB1A-47BC-8196-4969479556F2}" type="pres">
      <dgm:prSet presAssocID="{5C0FC897-DB88-497D-A8A0-0434FC71BA95}" presName="negativeSpace" presStyleCnt="0"/>
      <dgm:spPr/>
    </dgm:pt>
    <dgm:pt modelId="{4E29662C-F282-4217-9CE0-C0978100DC68}" type="pres">
      <dgm:prSet presAssocID="{5C0FC897-DB88-497D-A8A0-0434FC71BA95}" presName="childText" presStyleLbl="conFgAcc1" presStyleIdx="4" presStyleCnt="6">
        <dgm:presLayoutVars>
          <dgm:bulletEnabled val="1"/>
        </dgm:presLayoutVars>
      </dgm:prSet>
      <dgm:spPr/>
    </dgm:pt>
    <dgm:pt modelId="{58EEC2E6-FC1E-475B-984B-C31BE1079945}" type="pres">
      <dgm:prSet presAssocID="{2B57C5A0-7522-4D62-A57A-B028BA4D816A}" presName="spaceBetweenRectangles" presStyleCnt="0"/>
      <dgm:spPr/>
    </dgm:pt>
    <dgm:pt modelId="{969D0F07-608E-4989-9AA3-14F8D98A5C88}" type="pres">
      <dgm:prSet presAssocID="{AFE108E4-CC59-41DB-8BE8-A1FB57642EAE}" presName="parentLin" presStyleCnt="0"/>
      <dgm:spPr/>
    </dgm:pt>
    <dgm:pt modelId="{5E702E2F-827D-46C6-AA88-CB0CFB6F6900}" type="pres">
      <dgm:prSet presAssocID="{AFE108E4-CC59-41DB-8BE8-A1FB57642EAE}" presName="parentLeftMargin" presStyleLbl="node1" presStyleIdx="4" presStyleCnt="6"/>
      <dgm:spPr/>
    </dgm:pt>
    <dgm:pt modelId="{416E9510-ACAA-437B-AC4B-8F4B58781D10}" type="pres">
      <dgm:prSet presAssocID="{AFE108E4-CC59-41DB-8BE8-A1FB57642EA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37B1297F-78E3-4A12-8192-20C60A804ED1}" type="pres">
      <dgm:prSet presAssocID="{AFE108E4-CC59-41DB-8BE8-A1FB57642EAE}" presName="negativeSpace" presStyleCnt="0"/>
      <dgm:spPr/>
    </dgm:pt>
    <dgm:pt modelId="{D1819565-7C08-43EF-8A47-A7ED4709F230}" type="pres">
      <dgm:prSet presAssocID="{AFE108E4-CC59-41DB-8BE8-A1FB57642EA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7DD95126-2323-4085-972F-D4B3D7CE89C4}" srcId="{D44D8BAE-5E3E-4779-A867-8E4D6F4707AA}" destId="{5C0FC897-DB88-497D-A8A0-0434FC71BA95}" srcOrd="4" destOrd="0" parTransId="{8F126E5D-4CED-4DBB-ADE1-A98EE59FEF65}" sibTransId="{2B57C5A0-7522-4D62-A57A-B028BA4D816A}"/>
    <dgm:cxn modelId="{23B29D26-1F62-4121-BE43-EF169783F0EC}" type="presOf" srcId="{180C73FD-BE68-4BD5-B17B-DC7CFC5D909F}" destId="{6C8DD404-06B4-421B-BED1-3C83D5ABD76B}" srcOrd="1" destOrd="0" presId="urn:microsoft.com/office/officeart/2005/8/layout/list1"/>
    <dgm:cxn modelId="{23112938-CD8A-4F95-8F56-9BDCE6B2D579}" type="presOf" srcId="{60A20DB9-2969-4F1D-90EB-743226441941}" destId="{E36DDF68-0D89-45B1-A99B-9A6D909E5B86}" srcOrd="0" destOrd="0" presId="urn:microsoft.com/office/officeart/2005/8/layout/list1"/>
    <dgm:cxn modelId="{7B52D261-3F14-4DE7-BD8F-6BE6DB51771A}" srcId="{D44D8BAE-5E3E-4779-A867-8E4D6F4707AA}" destId="{AFE108E4-CC59-41DB-8BE8-A1FB57642EAE}" srcOrd="5" destOrd="0" parTransId="{3DE388E5-B43E-4DE0-8554-7749C510F353}" sibTransId="{2656E8EE-B1E2-40B1-A3AE-F55A5E762F11}"/>
    <dgm:cxn modelId="{45665349-4AD6-4DB5-92E1-A365DD698273}" type="presOf" srcId="{CC14DDD7-8B6F-4716-993C-35E9EA7C2564}" destId="{B5E89AEF-3D9B-4A4C-9714-5B6C2E6CF830}" srcOrd="1" destOrd="0" presId="urn:microsoft.com/office/officeart/2005/8/layout/list1"/>
    <dgm:cxn modelId="{A1BF8B7D-E73D-4BFA-9B45-D223F35179AE}" srcId="{D44D8BAE-5E3E-4779-A867-8E4D6F4707AA}" destId="{61B72CA6-6765-4CB3-B29C-EA5DC3E314A8}" srcOrd="2" destOrd="0" parTransId="{239FD975-0C7E-4FCA-B793-5DE8A91497EA}" sibTransId="{58ECC34D-8FCB-4D0D-A247-51C5AE4C6E09}"/>
    <dgm:cxn modelId="{25A6A584-47BC-4F7B-825D-51F63F599D78}" type="presOf" srcId="{61B72CA6-6765-4CB3-B29C-EA5DC3E314A8}" destId="{0ECC8BD7-0A2B-4981-8D9D-0803D475E48C}" srcOrd="0" destOrd="0" presId="urn:microsoft.com/office/officeart/2005/8/layout/list1"/>
    <dgm:cxn modelId="{89F347B3-C691-4EC6-970A-7BB460E8362C}" type="presOf" srcId="{CC14DDD7-8B6F-4716-993C-35E9EA7C2564}" destId="{0CF1EA49-AD0A-45D5-BD7E-B97158928368}" srcOrd="0" destOrd="0" presId="urn:microsoft.com/office/officeart/2005/8/layout/list1"/>
    <dgm:cxn modelId="{6D3931CC-46DA-4B43-A87F-4FA77CC07DCF}" type="presOf" srcId="{180C73FD-BE68-4BD5-B17B-DC7CFC5D909F}" destId="{496206BC-F634-46A6-B024-799381B0AC46}" srcOrd="0" destOrd="0" presId="urn:microsoft.com/office/officeart/2005/8/layout/list1"/>
    <dgm:cxn modelId="{699B75D1-0ECD-448B-92B3-46294D223B44}" type="presOf" srcId="{61B72CA6-6765-4CB3-B29C-EA5DC3E314A8}" destId="{920DC865-A68E-4A09-9FF6-5C0D6DAB9A7F}" srcOrd="1" destOrd="0" presId="urn:microsoft.com/office/officeart/2005/8/layout/list1"/>
    <dgm:cxn modelId="{624F0FDA-30BD-4C43-888B-3EE2D6CD7D27}" type="presOf" srcId="{AFE108E4-CC59-41DB-8BE8-A1FB57642EAE}" destId="{416E9510-ACAA-437B-AC4B-8F4B58781D10}" srcOrd="1" destOrd="0" presId="urn:microsoft.com/office/officeart/2005/8/layout/list1"/>
    <dgm:cxn modelId="{4DEDFCDC-0831-46B8-9B16-E5E2F61425BB}" type="presOf" srcId="{5C0FC897-DB88-497D-A8A0-0434FC71BA95}" destId="{A122C64E-462A-463C-911B-265537E2A6D5}" srcOrd="0" destOrd="0" presId="urn:microsoft.com/office/officeart/2005/8/layout/list1"/>
    <dgm:cxn modelId="{A73757E5-35DA-49CD-A3CD-4AD449541419}" srcId="{D44D8BAE-5E3E-4779-A867-8E4D6F4707AA}" destId="{180C73FD-BE68-4BD5-B17B-DC7CFC5D909F}" srcOrd="0" destOrd="0" parTransId="{96F86B13-1AD4-4537-94A3-3E4E2F65C2AE}" sibTransId="{BDE8BCBE-DC03-4EAF-B157-9C64FF81279F}"/>
    <dgm:cxn modelId="{3276F0E5-DEAE-4E91-82B8-977C0AD5C0B5}" type="presOf" srcId="{AFE108E4-CC59-41DB-8BE8-A1FB57642EAE}" destId="{5E702E2F-827D-46C6-AA88-CB0CFB6F6900}" srcOrd="0" destOrd="0" presId="urn:microsoft.com/office/officeart/2005/8/layout/list1"/>
    <dgm:cxn modelId="{8DB04BE8-D6D9-409B-9693-326DAB20DC55}" type="presOf" srcId="{60A20DB9-2969-4F1D-90EB-743226441941}" destId="{68A62AEF-B283-4981-8190-9F7BE65DB0FA}" srcOrd="1" destOrd="0" presId="urn:microsoft.com/office/officeart/2005/8/layout/list1"/>
    <dgm:cxn modelId="{71FB3DEB-1154-4C51-BEE6-13752AA46449}" srcId="{D44D8BAE-5E3E-4779-A867-8E4D6F4707AA}" destId="{CC14DDD7-8B6F-4716-993C-35E9EA7C2564}" srcOrd="3" destOrd="0" parTransId="{1F4C3D9F-6D0A-4865-A2FD-36AA745CCCC3}" sibTransId="{9CCD9367-F968-4B7F-8263-92D6CE2457F6}"/>
    <dgm:cxn modelId="{360406EF-4176-4D8F-9E78-B029D3B3CB9C}" type="presOf" srcId="{D44D8BAE-5E3E-4779-A867-8E4D6F4707AA}" destId="{7A83A0D3-D5E1-4D09-904D-F8459278E94F}" srcOrd="0" destOrd="0" presId="urn:microsoft.com/office/officeart/2005/8/layout/list1"/>
    <dgm:cxn modelId="{67CB5BF9-B45A-40A6-A198-168A2D38F8F0}" srcId="{D44D8BAE-5E3E-4779-A867-8E4D6F4707AA}" destId="{60A20DB9-2969-4F1D-90EB-743226441941}" srcOrd="1" destOrd="0" parTransId="{CE742987-A0A8-4CF7-99E0-486CCF0EDE5E}" sibTransId="{5BA6F3FF-0311-450A-92F8-ED610936F566}"/>
    <dgm:cxn modelId="{A8759BFF-16D2-4492-AB8F-269F0C159269}" type="presOf" srcId="{5C0FC897-DB88-497D-A8A0-0434FC71BA95}" destId="{55FEB7B2-A0AB-4C7F-9AD2-B90C965FDBD2}" srcOrd="1" destOrd="0" presId="urn:microsoft.com/office/officeart/2005/8/layout/list1"/>
    <dgm:cxn modelId="{C5E9AFB4-3A19-46F6-85A8-BF51483932F0}" type="presParOf" srcId="{7A83A0D3-D5E1-4D09-904D-F8459278E94F}" destId="{FA15D191-B1E3-45B7-98A8-128A2BD04D22}" srcOrd="0" destOrd="0" presId="urn:microsoft.com/office/officeart/2005/8/layout/list1"/>
    <dgm:cxn modelId="{67B51886-CE76-4604-9EA2-E9D8EF00A52C}" type="presParOf" srcId="{FA15D191-B1E3-45B7-98A8-128A2BD04D22}" destId="{496206BC-F634-46A6-B024-799381B0AC46}" srcOrd="0" destOrd="0" presId="urn:microsoft.com/office/officeart/2005/8/layout/list1"/>
    <dgm:cxn modelId="{3BBBD7F4-49A3-4073-B95F-F050BBE527B3}" type="presParOf" srcId="{FA15D191-B1E3-45B7-98A8-128A2BD04D22}" destId="{6C8DD404-06B4-421B-BED1-3C83D5ABD76B}" srcOrd="1" destOrd="0" presId="urn:microsoft.com/office/officeart/2005/8/layout/list1"/>
    <dgm:cxn modelId="{89686A5F-D964-4862-ADAF-D0BFF6C34DB4}" type="presParOf" srcId="{7A83A0D3-D5E1-4D09-904D-F8459278E94F}" destId="{551CFA31-6D07-4091-90B7-E05C78F484E2}" srcOrd="1" destOrd="0" presId="urn:microsoft.com/office/officeart/2005/8/layout/list1"/>
    <dgm:cxn modelId="{4E62837B-DDB0-4550-A88A-0FC9EC9C17A4}" type="presParOf" srcId="{7A83A0D3-D5E1-4D09-904D-F8459278E94F}" destId="{1012D411-E5A5-4252-B61C-78DBBAEC8266}" srcOrd="2" destOrd="0" presId="urn:microsoft.com/office/officeart/2005/8/layout/list1"/>
    <dgm:cxn modelId="{51CDAB2F-0352-4BF1-9A78-15BA431B6C24}" type="presParOf" srcId="{7A83A0D3-D5E1-4D09-904D-F8459278E94F}" destId="{76E28E59-34B7-4704-AD27-F7820BD1069D}" srcOrd="3" destOrd="0" presId="urn:microsoft.com/office/officeart/2005/8/layout/list1"/>
    <dgm:cxn modelId="{F378DAC2-18E7-4653-9E4C-D65389A968B1}" type="presParOf" srcId="{7A83A0D3-D5E1-4D09-904D-F8459278E94F}" destId="{3A4F5E0D-CDF5-4568-9DAB-515E86B5B081}" srcOrd="4" destOrd="0" presId="urn:microsoft.com/office/officeart/2005/8/layout/list1"/>
    <dgm:cxn modelId="{C91BC5FF-94F7-4E74-9402-8831E463F4D7}" type="presParOf" srcId="{3A4F5E0D-CDF5-4568-9DAB-515E86B5B081}" destId="{E36DDF68-0D89-45B1-A99B-9A6D909E5B86}" srcOrd="0" destOrd="0" presId="urn:microsoft.com/office/officeart/2005/8/layout/list1"/>
    <dgm:cxn modelId="{422944CF-5844-4CF4-8A08-B49411FD8A43}" type="presParOf" srcId="{3A4F5E0D-CDF5-4568-9DAB-515E86B5B081}" destId="{68A62AEF-B283-4981-8190-9F7BE65DB0FA}" srcOrd="1" destOrd="0" presId="urn:microsoft.com/office/officeart/2005/8/layout/list1"/>
    <dgm:cxn modelId="{7200AE17-1F1F-47E8-800A-C5AAF4224EA2}" type="presParOf" srcId="{7A83A0D3-D5E1-4D09-904D-F8459278E94F}" destId="{B93F684A-B267-4F41-8590-C5E713766B5C}" srcOrd="5" destOrd="0" presId="urn:microsoft.com/office/officeart/2005/8/layout/list1"/>
    <dgm:cxn modelId="{FAAC441A-2740-419C-920E-247684BCEA91}" type="presParOf" srcId="{7A83A0D3-D5E1-4D09-904D-F8459278E94F}" destId="{C7BD9031-FC1A-4E28-95B1-DC3B3C197E62}" srcOrd="6" destOrd="0" presId="urn:microsoft.com/office/officeart/2005/8/layout/list1"/>
    <dgm:cxn modelId="{D1C0FA65-9C1A-44C2-AF06-9BB8F2A7CE7B}" type="presParOf" srcId="{7A83A0D3-D5E1-4D09-904D-F8459278E94F}" destId="{0B84E295-6BF3-4600-8D60-58DE7C2AA5ED}" srcOrd="7" destOrd="0" presId="urn:microsoft.com/office/officeart/2005/8/layout/list1"/>
    <dgm:cxn modelId="{6F1E251D-E67D-431E-A861-63910CD0432E}" type="presParOf" srcId="{7A83A0D3-D5E1-4D09-904D-F8459278E94F}" destId="{70679C1E-D55A-4B79-B7E1-F9787C4619CE}" srcOrd="8" destOrd="0" presId="urn:microsoft.com/office/officeart/2005/8/layout/list1"/>
    <dgm:cxn modelId="{ED76C48F-16E6-43EF-A623-D3F1086860B9}" type="presParOf" srcId="{70679C1E-D55A-4B79-B7E1-F9787C4619CE}" destId="{0ECC8BD7-0A2B-4981-8D9D-0803D475E48C}" srcOrd="0" destOrd="0" presId="urn:microsoft.com/office/officeart/2005/8/layout/list1"/>
    <dgm:cxn modelId="{35F5F6CF-40E3-42DB-AF17-ADD4C479F348}" type="presParOf" srcId="{70679C1E-D55A-4B79-B7E1-F9787C4619CE}" destId="{920DC865-A68E-4A09-9FF6-5C0D6DAB9A7F}" srcOrd="1" destOrd="0" presId="urn:microsoft.com/office/officeart/2005/8/layout/list1"/>
    <dgm:cxn modelId="{1C7B1635-F2A8-4E5E-A37D-58AD7BD748E0}" type="presParOf" srcId="{7A83A0D3-D5E1-4D09-904D-F8459278E94F}" destId="{3CA23778-3C96-4C0C-BEB4-762056205F03}" srcOrd="9" destOrd="0" presId="urn:microsoft.com/office/officeart/2005/8/layout/list1"/>
    <dgm:cxn modelId="{39AFB741-E50D-41E3-8E42-71ACFE217CCD}" type="presParOf" srcId="{7A83A0D3-D5E1-4D09-904D-F8459278E94F}" destId="{CAEBF84F-5094-42F2-9C7B-CDCA91DD1098}" srcOrd="10" destOrd="0" presId="urn:microsoft.com/office/officeart/2005/8/layout/list1"/>
    <dgm:cxn modelId="{56EC5A9B-BFFC-4A68-B4EA-003E04BC9FA1}" type="presParOf" srcId="{7A83A0D3-D5E1-4D09-904D-F8459278E94F}" destId="{0890C59F-0B46-45E8-A510-5F235E364C6A}" srcOrd="11" destOrd="0" presId="urn:microsoft.com/office/officeart/2005/8/layout/list1"/>
    <dgm:cxn modelId="{181D1069-AE03-4F8A-865D-16BA73C31900}" type="presParOf" srcId="{7A83A0D3-D5E1-4D09-904D-F8459278E94F}" destId="{7AC0EF45-4AC4-4721-B6CF-DF8B28409BF6}" srcOrd="12" destOrd="0" presId="urn:microsoft.com/office/officeart/2005/8/layout/list1"/>
    <dgm:cxn modelId="{95EA8848-3ABC-4358-BF24-1B2A74EF452D}" type="presParOf" srcId="{7AC0EF45-4AC4-4721-B6CF-DF8B28409BF6}" destId="{0CF1EA49-AD0A-45D5-BD7E-B97158928368}" srcOrd="0" destOrd="0" presId="urn:microsoft.com/office/officeart/2005/8/layout/list1"/>
    <dgm:cxn modelId="{69D0371F-A50D-4D03-90A2-C6387E2912FD}" type="presParOf" srcId="{7AC0EF45-4AC4-4721-B6CF-DF8B28409BF6}" destId="{B5E89AEF-3D9B-4A4C-9714-5B6C2E6CF830}" srcOrd="1" destOrd="0" presId="urn:microsoft.com/office/officeart/2005/8/layout/list1"/>
    <dgm:cxn modelId="{BD53E6B0-B7B6-40AA-93F5-90AF1ED01BFC}" type="presParOf" srcId="{7A83A0D3-D5E1-4D09-904D-F8459278E94F}" destId="{F9B6CD5A-EF4E-448F-8E0B-1C9B687B27FB}" srcOrd="13" destOrd="0" presId="urn:microsoft.com/office/officeart/2005/8/layout/list1"/>
    <dgm:cxn modelId="{5271BBE0-13D7-4EDE-975C-3E961517D06C}" type="presParOf" srcId="{7A83A0D3-D5E1-4D09-904D-F8459278E94F}" destId="{7DFE10A0-5F3B-4654-8A96-F7375F3F7B9F}" srcOrd="14" destOrd="0" presId="urn:microsoft.com/office/officeart/2005/8/layout/list1"/>
    <dgm:cxn modelId="{499FDE43-6DEB-43ED-AA9D-C766B78D52BE}" type="presParOf" srcId="{7A83A0D3-D5E1-4D09-904D-F8459278E94F}" destId="{27594931-4418-47B0-9EB1-BBFBF8789B53}" srcOrd="15" destOrd="0" presId="urn:microsoft.com/office/officeart/2005/8/layout/list1"/>
    <dgm:cxn modelId="{D1EB56F9-66D2-4555-B62F-7A385A6A20EF}" type="presParOf" srcId="{7A83A0D3-D5E1-4D09-904D-F8459278E94F}" destId="{0D80A114-4D8D-4FA9-B49F-B19F41E0A13B}" srcOrd="16" destOrd="0" presId="urn:microsoft.com/office/officeart/2005/8/layout/list1"/>
    <dgm:cxn modelId="{D97B7E46-C6C8-423B-9450-7574208CD618}" type="presParOf" srcId="{0D80A114-4D8D-4FA9-B49F-B19F41E0A13B}" destId="{A122C64E-462A-463C-911B-265537E2A6D5}" srcOrd="0" destOrd="0" presId="urn:microsoft.com/office/officeart/2005/8/layout/list1"/>
    <dgm:cxn modelId="{CF4A0D26-B30C-4AE5-8F80-E93A65C94A12}" type="presParOf" srcId="{0D80A114-4D8D-4FA9-B49F-B19F41E0A13B}" destId="{55FEB7B2-A0AB-4C7F-9AD2-B90C965FDBD2}" srcOrd="1" destOrd="0" presId="urn:microsoft.com/office/officeart/2005/8/layout/list1"/>
    <dgm:cxn modelId="{2070F705-83A8-430F-AF85-724E32AF1068}" type="presParOf" srcId="{7A83A0D3-D5E1-4D09-904D-F8459278E94F}" destId="{D51332B9-DB1A-47BC-8196-4969479556F2}" srcOrd="17" destOrd="0" presId="urn:microsoft.com/office/officeart/2005/8/layout/list1"/>
    <dgm:cxn modelId="{177F9F82-414C-4670-91E2-0F687E736856}" type="presParOf" srcId="{7A83A0D3-D5E1-4D09-904D-F8459278E94F}" destId="{4E29662C-F282-4217-9CE0-C0978100DC68}" srcOrd="18" destOrd="0" presId="urn:microsoft.com/office/officeart/2005/8/layout/list1"/>
    <dgm:cxn modelId="{CE694981-0182-4E3F-B19C-284F2366C0E6}" type="presParOf" srcId="{7A83A0D3-D5E1-4D09-904D-F8459278E94F}" destId="{58EEC2E6-FC1E-475B-984B-C31BE1079945}" srcOrd="19" destOrd="0" presId="urn:microsoft.com/office/officeart/2005/8/layout/list1"/>
    <dgm:cxn modelId="{A16BE38A-BD85-40C3-8BAE-AC04A34BC0F6}" type="presParOf" srcId="{7A83A0D3-D5E1-4D09-904D-F8459278E94F}" destId="{969D0F07-608E-4989-9AA3-14F8D98A5C88}" srcOrd="20" destOrd="0" presId="urn:microsoft.com/office/officeart/2005/8/layout/list1"/>
    <dgm:cxn modelId="{8F502B8B-5AC7-489C-BD5C-E04F89392E13}" type="presParOf" srcId="{969D0F07-608E-4989-9AA3-14F8D98A5C88}" destId="{5E702E2F-827D-46C6-AA88-CB0CFB6F6900}" srcOrd="0" destOrd="0" presId="urn:microsoft.com/office/officeart/2005/8/layout/list1"/>
    <dgm:cxn modelId="{28F1EA7B-3BEA-443E-9396-128DE1DE3314}" type="presParOf" srcId="{969D0F07-608E-4989-9AA3-14F8D98A5C88}" destId="{416E9510-ACAA-437B-AC4B-8F4B58781D10}" srcOrd="1" destOrd="0" presId="urn:microsoft.com/office/officeart/2005/8/layout/list1"/>
    <dgm:cxn modelId="{A9C2DAF7-F952-4527-94DD-490131E6688F}" type="presParOf" srcId="{7A83A0D3-D5E1-4D09-904D-F8459278E94F}" destId="{37B1297F-78E3-4A12-8192-20C60A804ED1}" srcOrd="21" destOrd="0" presId="urn:microsoft.com/office/officeart/2005/8/layout/list1"/>
    <dgm:cxn modelId="{3B4E508F-87B9-4E38-AF7E-1E53BE915EEF}" type="presParOf" srcId="{7A83A0D3-D5E1-4D09-904D-F8459278E94F}" destId="{D1819565-7C08-43EF-8A47-A7ED4709F23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32236AD-E8AE-46E1-9180-13A10E5B59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6891CF8-246E-49D9-8E21-E5E75703A627}">
      <dgm:prSet/>
      <dgm:spPr/>
      <dgm:t>
        <a:bodyPr/>
        <a:lstStyle/>
        <a:p>
          <a:pPr>
            <a:defRPr cap="all"/>
          </a:pPr>
          <a:r>
            <a:rPr lang="de-DE" b="1" dirty="0"/>
            <a:t>JWT (JSON Web Token):</a:t>
          </a:r>
          <a:endParaRPr lang="en-US" dirty="0"/>
        </a:p>
      </dgm:t>
    </dgm:pt>
    <dgm:pt modelId="{51471E31-5020-4839-9C14-F8360F25CD85}" type="parTrans" cxnId="{F9A786D5-7E05-40B0-94C4-5EB0CAA36475}">
      <dgm:prSet/>
      <dgm:spPr/>
      <dgm:t>
        <a:bodyPr/>
        <a:lstStyle/>
        <a:p>
          <a:endParaRPr lang="en-US"/>
        </a:p>
      </dgm:t>
    </dgm:pt>
    <dgm:pt modelId="{9E741369-C392-4E0C-8DBA-934244C06785}" type="sibTrans" cxnId="{F9A786D5-7E05-40B0-94C4-5EB0CAA36475}">
      <dgm:prSet/>
      <dgm:spPr/>
      <dgm:t>
        <a:bodyPr/>
        <a:lstStyle/>
        <a:p>
          <a:endParaRPr lang="en-US"/>
        </a:p>
      </dgm:t>
    </dgm:pt>
    <dgm:pt modelId="{B421EE0D-890B-4B9C-81F0-4196070042B1}">
      <dgm:prSet/>
      <dgm:spPr/>
      <dgm:t>
        <a:bodyPr/>
        <a:lstStyle/>
        <a:p>
          <a:endParaRPr lang="de-DE"/>
        </a:p>
      </dgm:t>
    </dgm:pt>
    <dgm:pt modelId="{CB7199F1-48C2-4063-BC0C-8BD9E72196B0}" type="parTrans" cxnId="{D56CA51B-779E-44F3-8985-34613520231B}">
      <dgm:prSet/>
      <dgm:spPr/>
      <dgm:t>
        <a:bodyPr/>
        <a:lstStyle/>
        <a:p>
          <a:endParaRPr lang="en-US"/>
        </a:p>
      </dgm:t>
    </dgm:pt>
    <dgm:pt modelId="{9F1FC118-80E9-4E9F-9402-7193C5C94772}" type="sibTrans" cxnId="{D56CA51B-779E-44F3-8985-34613520231B}">
      <dgm:prSet/>
      <dgm:spPr/>
      <dgm:t>
        <a:bodyPr/>
        <a:lstStyle/>
        <a:p>
          <a:endParaRPr lang="en-US"/>
        </a:p>
      </dgm:t>
    </dgm:pt>
    <dgm:pt modelId="{1F69621A-1900-45A3-AEBC-24C3CE81942E}">
      <dgm:prSet/>
      <dgm:spPr/>
      <dgm:t>
        <a:bodyPr/>
        <a:lstStyle/>
        <a:p>
          <a:endParaRPr lang="de-DE"/>
        </a:p>
      </dgm:t>
    </dgm:pt>
    <dgm:pt modelId="{22F1C639-2067-4B94-B6AF-33AC7CBB941D}" type="parTrans" cxnId="{17D3306D-D092-4168-8312-230ABEA901A3}">
      <dgm:prSet/>
      <dgm:spPr/>
      <dgm:t>
        <a:bodyPr/>
        <a:lstStyle/>
        <a:p>
          <a:endParaRPr lang="en-US"/>
        </a:p>
      </dgm:t>
    </dgm:pt>
    <dgm:pt modelId="{EABD0115-EF48-4752-AF72-AF43EB2F34C0}" type="sibTrans" cxnId="{17D3306D-D092-4168-8312-230ABEA901A3}">
      <dgm:prSet/>
      <dgm:spPr/>
      <dgm:t>
        <a:bodyPr/>
        <a:lstStyle/>
        <a:p>
          <a:endParaRPr lang="en-US"/>
        </a:p>
      </dgm:t>
    </dgm:pt>
    <dgm:pt modelId="{C720EA61-D5BB-4958-B2C0-A5C838B0A266}">
      <dgm:prSet/>
      <dgm:spPr/>
      <dgm:t>
        <a:bodyPr/>
        <a:lstStyle/>
        <a:p>
          <a:endParaRPr lang="de-DE"/>
        </a:p>
      </dgm:t>
    </dgm:pt>
    <dgm:pt modelId="{19520F32-55E3-4514-8C6F-3AA234560ECD}" type="parTrans" cxnId="{6C3612AA-6F0F-4EBE-9482-BB32572560EA}">
      <dgm:prSet/>
      <dgm:spPr/>
      <dgm:t>
        <a:bodyPr/>
        <a:lstStyle/>
        <a:p>
          <a:endParaRPr lang="en-US"/>
        </a:p>
      </dgm:t>
    </dgm:pt>
    <dgm:pt modelId="{08EFE0F4-4F7E-40B6-B666-15B44AD6A141}" type="sibTrans" cxnId="{6C3612AA-6F0F-4EBE-9482-BB32572560EA}">
      <dgm:prSet/>
      <dgm:spPr/>
      <dgm:t>
        <a:bodyPr/>
        <a:lstStyle/>
        <a:p>
          <a:endParaRPr lang="en-US"/>
        </a:p>
      </dgm:t>
    </dgm:pt>
    <dgm:pt modelId="{69B4250D-1D89-4918-81DC-7B4A816737BD}">
      <dgm:prSet/>
      <dgm:spPr/>
      <dgm:t>
        <a:bodyPr/>
        <a:lstStyle/>
        <a:p>
          <a:pPr>
            <a:defRPr cap="all"/>
          </a:pPr>
          <a:r>
            <a:rPr lang="de-DE" b="1" dirty="0"/>
            <a:t>Rollen:</a:t>
          </a:r>
          <a:endParaRPr lang="en-US" dirty="0"/>
        </a:p>
      </dgm:t>
    </dgm:pt>
    <dgm:pt modelId="{DBDBC75C-46CA-4131-A5D3-27F5A79A0D56}" type="parTrans" cxnId="{409EDAF7-7B1B-4403-BD89-38863952210C}">
      <dgm:prSet/>
      <dgm:spPr/>
      <dgm:t>
        <a:bodyPr/>
        <a:lstStyle/>
        <a:p>
          <a:endParaRPr lang="en-US"/>
        </a:p>
      </dgm:t>
    </dgm:pt>
    <dgm:pt modelId="{8D57CFC4-5FFD-4DF3-936D-40CA1080C97C}" type="sibTrans" cxnId="{409EDAF7-7B1B-4403-BD89-38863952210C}">
      <dgm:prSet/>
      <dgm:spPr/>
      <dgm:t>
        <a:bodyPr/>
        <a:lstStyle/>
        <a:p>
          <a:endParaRPr lang="en-US"/>
        </a:p>
      </dgm:t>
    </dgm:pt>
    <dgm:pt modelId="{C890929D-8204-451F-873E-622215862949}">
      <dgm:prSet/>
      <dgm:spPr/>
      <dgm:t>
        <a:bodyPr/>
        <a:lstStyle/>
        <a:p>
          <a:endParaRPr lang="de-DE"/>
        </a:p>
      </dgm:t>
    </dgm:pt>
    <dgm:pt modelId="{86728B0F-E76E-4595-A32F-7A7697166254}" type="parTrans" cxnId="{2F5ADF08-1843-4882-9837-FD6494DDF29C}">
      <dgm:prSet/>
      <dgm:spPr/>
      <dgm:t>
        <a:bodyPr/>
        <a:lstStyle/>
        <a:p>
          <a:endParaRPr lang="en-US"/>
        </a:p>
      </dgm:t>
    </dgm:pt>
    <dgm:pt modelId="{24FD36F2-9D3C-4E53-9945-FA3E4D0D7F55}" type="sibTrans" cxnId="{2F5ADF08-1843-4882-9837-FD6494DDF29C}">
      <dgm:prSet/>
      <dgm:spPr/>
      <dgm:t>
        <a:bodyPr/>
        <a:lstStyle/>
        <a:p>
          <a:endParaRPr lang="en-US"/>
        </a:p>
      </dgm:t>
    </dgm:pt>
    <dgm:pt modelId="{4F4EF0A0-88AD-41B9-BFD1-B5F4CFD11530}">
      <dgm:prSet/>
      <dgm:spPr/>
      <dgm:t>
        <a:bodyPr/>
        <a:lstStyle/>
        <a:p>
          <a:endParaRPr lang="de-DE"/>
        </a:p>
      </dgm:t>
    </dgm:pt>
    <dgm:pt modelId="{23BD3607-41F2-4326-A093-455D9620985F}" type="parTrans" cxnId="{B1639C53-EBFA-4A6E-AE05-63709DD026DD}">
      <dgm:prSet/>
      <dgm:spPr/>
      <dgm:t>
        <a:bodyPr/>
        <a:lstStyle/>
        <a:p>
          <a:endParaRPr lang="en-US"/>
        </a:p>
      </dgm:t>
    </dgm:pt>
    <dgm:pt modelId="{75AB8690-4108-443B-953D-1C6C1FDFE334}" type="sibTrans" cxnId="{B1639C53-EBFA-4A6E-AE05-63709DD026DD}">
      <dgm:prSet/>
      <dgm:spPr/>
      <dgm:t>
        <a:bodyPr/>
        <a:lstStyle/>
        <a:p>
          <a:endParaRPr lang="en-US"/>
        </a:p>
      </dgm:t>
    </dgm:pt>
    <dgm:pt modelId="{2467996E-CA07-426E-A4E1-A1E92BFBD200}" type="pres">
      <dgm:prSet presAssocID="{F32236AD-E8AE-46E1-9180-13A10E5B59CC}" presName="root" presStyleCnt="0">
        <dgm:presLayoutVars>
          <dgm:dir/>
          <dgm:resizeHandles val="exact"/>
        </dgm:presLayoutVars>
      </dgm:prSet>
      <dgm:spPr/>
    </dgm:pt>
    <dgm:pt modelId="{28E680EF-97CB-4B61-BF23-A8211127BFFE}" type="pres">
      <dgm:prSet presAssocID="{16891CF8-246E-49D9-8E21-E5E75703A627}" presName="compNode" presStyleCnt="0"/>
      <dgm:spPr/>
    </dgm:pt>
    <dgm:pt modelId="{E1C23301-A159-4AF3-B8E0-1242D9754671}" type="pres">
      <dgm:prSet presAssocID="{16891CF8-246E-49D9-8E21-E5E75703A627}" presName="iconBgRect" presStyleLbl="bgShp" presStyleIdx="0" presStyleCnt="2"/>
      <dgm:spPr/>
    </dgm:pt>
    <dgm:pt modelId="{6EAE2D5D-3F31-463D-BB73-4A1BBCEB8FC7}" type="pres">
      <dgm:prSet presAssocID="{16891CF8-246E-49D9-8E21-E5E75703A62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ldbörse"/>
        </a:ext>
      </dgm:extLst>
    </dgm:pt>
    <dgm:pt modelId="{C429C967-DF30-42C5-A1C0-E7499857B827}" type="pres">
      <dgm:prSet presAssocID="{16891CF8-246E-49D9-8E21-E5E75703A627}" presName="spaceRect" presStyleCnt="0"/>
      <dgm:spPr/>
    </dgm:pt>
    <dgm:pt modelId="{C4E7ADA5-D447-4B09-867B-837E1DF62E1A}" type="pres">
      <dgm:prSet presAssocID="{16891CF8-246E-49D9-8E21-E5E75703A627}" presName="textRect" presStyleLbl="revTx" presStyleIdx="0" presStyleCnt="2" custLinFactNeighborX="403" custLinFactNeighborY="-80635">
        <dgm:presLayoutVars>
          <dgm:chMax val="1"/>
          <dgm:chPref val="1"/>
        </dgm:presLayoutVars>
      </dgm:prSet>
      <dgm:spPr/>
    </dgm:pt>
    <dgm:pt modelId="{5C948092-F35E-4938-9759-6CEC23DAACA2}" type="pres">
      <dgm:prSet presAssocID="{9E741369-C392-4E0C-8DBA-934244C06785}" presName="sibTrans" presStyleCnt="0"/>
      <dgm:spPr/>
    </dgm:pt>
    <dgm:pt modelId="{5EBBC399-04EA-48F5-BA06-FE4113D168E7}" type="pres">
      <dgm:prSet presAssocID="{69B4250D-1D89-4918-81DC-7B4A816737BD}" presName="compNode" presStyleCnt="0"/>
      <dgm:spPr/>
    </dgm:pt>
    <dgm:pt modelId="{63AA4399-D9BB-41CB-B805-DFD8C6A13A73}" type="pres">
      <dgm:prSet presAssocID="{69B4250D-1D89-4918-81DC-7B4A816737BD}" presName="iconBgRect" presStyleLbl="bgShp" presStyleIdx="1" presStyleCnt="2"/>
      <dgm:spPr/>
    </dgm:pt>
    <dgm:pt modelId="{5CF77547-B6A8-45AE-B654-CAA340B1047D}" type="pres">
      <dgm:prSet presAssocID="{69B4250D-1D89-4918-81DC-7B4A816737B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6403C22B-6526-43BE-894C-694E20A61ABB}" type="pres">
      <dgm:prSet presAssocID="{69B4250D-1D89-4918-81DC-7B4A816737BD}" presName="spaceRect" presStyleCnt="0"/>
      <dgm:spPr/>
    </dgm:pt>
    <dgm:pt modelId="{1E8F7534-68AC-4D86-9A18-91ACFFF8A318}" type="pres">
      <dgm:prSet presAssocID="{69B4250D-1D89-4918-81DC-7B4A816737BD}" presName="textRect" presStyleLbl="revTx" presStyleIdx="1" presStyleCnt="2" custLinFactNeighborX="-816" custLinFactNeighborY="-85763">
        <dgm:presLayoutVars>
          <dgm:chMax val="1"/>
          <dgm:chPref val="1"/>
        </dgm:presLayoutVars>
      </dgm:prSet>
      <dgm:spPr/>
    </dgm:pt>
  </dgm:ptLst>
  <dgm:cxnLst>
    <dgm:cxn modelId="{2F5ADF08-1843-4882-9837-FD6494DDF29C}" srcId="{69B4250D-1D89-4918-81DC-7B4A816737BD}" destId="{C890929D-8204-451F-873E-622215862949}" srcOrd="0" destOrd="0" parTransId="{86728B0F-E76E-4595-A32F-7A7697166254}" sibTransId="{24FD36F2-9D3C-4E53-9945-FA3E4D0D7F55}"/>
    <dgm:cxn modelId="{D56CA51B-779E-44F3-8985-34613520231B}" srcId="{16891CF8-246E-49D9-8E21-E5E75703A627}" destId="{B421EE0D-890B-4B9C-81F0-4196070042B1}" srcOrd="0" destOrd="0" parTransId="{CB7199F1-48C2-4063-BC0C-8BD9E72196B0}" sibTransId="{9F1FC118-80E9-4E9F-9402-7193C5C94772}"/>
    <dgm:cxn modelId="{8BAD7D6A-976B-4637-A84C-6AF267D15597}" type="presOf" srcId="{16891CF8-246E-49D9-8E21-E5E75703A627}" destId="{C4E7ADA5-D447-4B09-867B-837E1DF62E1A}" srcOrd="0" destOrd="0" presId="urn:microsoft.com/office/officeart/2018/5/layout/IconCircleLabelList"/>
    <dgm:cxn modelId="{17D3306D-D092-4168-8312-230ABEA901A3}" srcId="{16891CF8-246E-49D9-8E21-E5E75703A627}" destId="{1F69621A-1900-45A3-AEBC-24C3CE81942E}" srcOrd="1" destOrd="0" parTransId="{22F1C639-2067-4B94-B6AF-33AC7CBB941D}" sibTransId="{EABD0115-EF48-4752-AF72-AF43EB2F34C0}"/>
    <dgm:cxn modelId="{B1639C53-EBFA-4A6E-AE05-63709DD026DD}" srcId="{69B4250D-1D89-4918-81DC-7B4A816737BD}" destId="{4F4EF0A0-88AD-41B9-BFD1-B5F4CFD11530}" srcOrd="1" destOrd="0" parTransId="{23BD3607-41F2-4326-A093-455D9620985F}" sibTransId="{75AB8690-4108-443B-953D-1C6C1FDFE334}"/>
    <dgm:cxn modelId="{943387A2-4C65-4DC6-8FCC-08EADF31F7C5}" type="presOf" srcId="{69B4250D-1D89-4918-81DC-7B4A816737BD}" destId="{1E8F7534-68AC-4D86-9A18-91ACFFF8A318}" srcOrd="0" destOrd="0" presId="urn:microsoft.com/office/officeart/2018/5/layout/IconCircleLabelList"/>
    <dgm:cxn modelId="{6C3612AA-6F0F-4EBE-9482-BB32572560EA}" srcId="{16891CF8-246E-49D9-8E21-E5E75703A627}" destId="{C720EA61-D5BB-4958-B2C0-A5C838B0A266}" srcOrd="2" destOrd="0" parTransId="{19520F32-55E3-4514-8C6F-3AA234560ECD}" sibTransId="{08EFE0F4-4F7E-40B6-B666-15B44AD6A141}"/>
    <dgm:cxn modelId="{F9A786D5-7E05-40B0-94C4-5EB0CAA36475}" srcId="{F32236AD-E8AE-46E1-9180-13A10E5B59CC}" destId="{16891CF8-246E-49D9-8E21-E5E75703A627}" srcOrd="0" destOrd="0" parTransId="{51471E31-5020-4839-9C14-F8360F25CD85}" sibTransId="{9E741369-C392-4E0C-8DBA-934244C06785}"/>
    <dgm:cxn modelId="{409EDAF7-7B1B-4403-BD89-38863952210C}" srcId="{F32236AD-E8AE-46E1-9180-13A10E5B59CC}" destId="{69B4250D-1D89-4918-81DC-7B4A816737BD}" srcOrd="1" destOrd="0" parTransId="{DBDBC75C-46CA-4131-A5D3-27F5A79A0D56}" sibTransId="{8D57CFC4-5FFD-4DF3-936D-40CA1080C97C}"/>
    <dgm:cxn modelId="{50C0ACFC-BFFE-4B3E-B406-72BA8AC44257}" type="presOf" srcId="{F32236AD-E8AE-46E1-9180-13A10E5B59CC}" destId="{2467996E-CA07-426E-A4E1-A1E92BFBD200}" srcOrd="0" destOrd="0" presId="urn:microsoft.com/office/officeart/2018/5/layout/IconCircleLabelList"/>
    <dgm:cxn modelId="{F6FB435C-D0E0-43C9-AD3F-77B96A27A215}" type="presParOf" srcId="{2467996E-CA07-426E-A4E1-A1E92BFBD200}" destId="{28E680EF-97CB-4B61-BF23-A8211127BFFE}" srcOrd="0" destOrd="0" presId="urn:microsoft.com/office/officeart/2018/5/layout/IconCircleLabelList"/>
    <dgm:cxn modelId="{94185D20-D267-4CDE-BD3E-BBF0E8743464}" type="presParOf" srcId="{28E680EF-97CB-4B61-BF23-A8211127BFFE}" destId="{E1C23301-A159-4AF3-B8E0-1242D9754671}" srcOrd="0" destOrd="0" presId="urn:microsoft.com/office/officeart/2018/5/layout/IconCircleLabelList"/>
    <dgm:cxn modelId="{C91255E2-6AB8-4D20-8BDC-BD55B4818104}" type="presParOf" srcId="{28E680EF-97CB-4B61-BF23-A8211127BFFE}" destId="{6EAE2D5D-3F31-463D-BB73-4A1BBCEB8FC7}" srcOrd="1" destOrd="0" presId="urn:microsoft.com/office/officeart/2018/5/layout/IconCircleLabelList"/>
    <dgm:cxn modelId="{F1A8CA21-8573-426B-97C2-F31F45B2E54C}" type="presParOf" srcId="{28E680EF-97CB-4B61-BF23-A8211127BFFE}" destId="{C429C967-DF30-42C5-A1C0-E7499857B827}" srcOrd="2" destOrd="0" presId="urn:microsoft.com/office/officeart/2018/5/layout/IconCircleLabelList"/>
    <dgm:cxn modelId="{DED95A5E-D83A-4179-8E97-19A3B8D9470F}" type="presParOf" srcId="{28E680EF-97CB-4B61-BF23-A8211127BFFE}" destId="{C4E7ADA5-D447-4B09-867B-837E1DF62E1A}" srcOrd="3" destOrd="0" presId="urn:microsoft.com/office/officeart/2018/5/layout/IconCircleLabelList"/>
    <dgm:cxn modelId="{956EE8A7-3305-4BD7-B452-24AD3728B56F}" type="presParOf" srcId="{2467996E-CA07-426E-A4E1-A1E92BFBD200}" destId="{5C948092-F35E-4938-9759-6CEC23DAACA2}" srcOrd="1" destOrd="0" presId="urn:microsoft.com/office/officeart/2018/5/layout/IconCircleLabelList"/>
    <dgm:cxn modelId="{BCF23666-5082-4FD8-91E4-9B5DB6F0DFE8}" type="presParOf" srcId="{2467996E-CA07-426E-A4E1-A1E92BFBD200}" destId="{5EBBC399-04EA-48F5-BA06-FE4113D168E7}" srcOrd="2" destOrd="0" presId="urn:microsoft.com/office/officeart/2018/5/layout/IconCircleLabelList"/>
    <dgm:cxn modelId="{F505F509-1894-4A23-BFFF-FA05EA169CE6}" type="presParOf" srcId="{5EBBC399-04EA-48F5-BA06-FE4113D168E7}" destId="{63AA4399-D9BB-41CB-B805-DFD8C6A13A73}" srcOrd="0" destOrd="0" presId="urn:microsoft.com/office/officeart/2018/5/layout/IconCircleLabelList"/>
    <dgm:cxn modelId="{B0E92F88-A7DC-4882-B1C9-3ED4C2DE3E7D}" type="presParOf" srcId="{5EBBC399-04EA-48F5-BA06-FE4113D168E7}" destId="{5CF77547-B6A8-45AE-B654-CAA340B1047D}" srcOrd="1" destOrd="0" presId="urn:microsoft.com/office/officeart/2018/5/layout/IconCircleLabelList"/>
    <dgm:cxn modelId="{9E62305D-9D40-43F6-8FAE-8B51A2524FA4}" type="presParOf" srcId="{5EBBC399-04EA-48F5-BA06-FE4113D168E7}" destId="{6403C22B-6526-43BE-894C-694E20A61ABB}" srcOrd="2" destOrd="0" presId="urn:microsoft.com/office/officeart/2018/5/layout/IconCircleLabelList"/>
    <dgm:cxn modelId="{14585D1F-FBB1-481F-9082-2ADCB551C289}" type="presParOf" srcId="{5EBBC399-04EA-48F5-BA06-FE4113D168E7}" destId="{1E8F7534-68AC-4D86-9A18-91ACFFF8A3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523F3F-233B-408C-9732-4A9A306E482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9E99F8-F76E-474D-BA0B-F9C680A7AB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User-Funktionen (Normaler User):</a:t>
          </a:r>
          <a:endParaRPr lang="en-US"/>
        </a:p>
      </dgm:t>
    </dgm:pt>
    <dgm:pt modelId="{484662A0-A982-4945-9A86-E7E0E4B46A0A}" type="parTrans" cxnId="{21A08840-793B-4609-B37C-CB8CAFBA4739}">
      <dgm:prSet/>
      <dgm:spPr/>
      <dgm:t>
        <a:bodyPr/>
        <a:lstStyle/>
        <a:p>
          <a:endParaRPr lang="en-US"/>
        </a:p>
      </dgm:t>
    </dgm:pt>
    <dgm:pt modelId="{3F12F061-ECD7-47BD-A626-E7FDE65FDACE}" type="sibTrans" cxnId="{21A08840-793B-4609-B37C-CB8CAFBA4739}">
      <dgm:prSet/>
      <dgm:spPr/>
      <dgm:t>
        <a:bodyPr/>
        <a:lstStyle/>
        <a:p>
          <a:endParaRPr lang="en-US"/>
        </a:p>
      </dgm:t>
    </dgm:pt>
    <dgm:pt modelId="{964EC8B9-2BBE-4AB6-BD75-C7FB2FAB305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Registrieren &amp; Login</a:t>
          </a:r>
          <a:endParaRPr lang="en-US"/>
        </a:p>
      </dgm:t>
    </dgm:pt>
    <dgm:pt modelId="{DF8E534D-E01A-4116-BA63-C4E5772C7918}" type="parTrans" cxnId="{A1715DD9-4A33-4801-AEC0-92E992A2E937}">
      <dgm:prSet/>
      <dgm:spPr/>
      <dgm:t>
        <a:bodyPr/>
        <a:lstStyle/>
        <a:p>
          <a:endParaRPr lang="en-US"/>
        </a:p>
      </dgm:t>
    </dgm:pt>
    <dgm:pt modelId="{2572DAB5-D884-4202-8BC0-6CAC99B37EEB}" type="sibTrans" cxnId="{A1715DD9-4A33-4801-AEC0-92E992A2E937}">
      <dgm:prSet/>
      <dgm:spPr/>
      <dgm:t>
        <a:bodyPr/>
        <a:lstStyle/>
        <a:p>
          <a:endParaRPr lang="en-US"/>
        </a:p>
      </dgm:t>
    </dgm:pt>
    <dgm:pt modelId="{FB317A0C-348D-41D2-B558-111C28AB60D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Eigene Punkteübersicht</a:t>
          </a:r>
          <a:endParaRPr lang="en-US"/>
        </a:p>
      </dgm:t>
    </dgm:pt>
    <dgm:pt modelId="{83474929-0023-4710-AE26-AE5E7E92EF29}" type="parTrans" cxnId="{E39C6B1B-3F6A-453F-B587-B08BAC3BD145}">
      <dgm:prSet/>
      <dgm:spPr/>
      <dgm:t>
        <a:bodyPr/>
        <a:lstStyle/>
        <a:p>
          <a:endParaRPr lang="en-US"/>
        </a:p>
      </dgm:t>
    </dgm:pt>
    <dgm:pt modelId="{75CBFC5B-FE74-4AAF-88D1-78FDE10F6188}" type="sibTrans" cxnId="{E39C6B1B-3F6A-453F-B587-B08BAC3BD145}">
      <dgm:prSet/>
      <dgm:spPr/>
      <dgm:t>
        <a:bodyPr/>
        <a:lstStyle/>
        <a:p>
          <a:endParaRPr lang="en-US"/>
        </a:p>
      </dgm:t>
    </dgm:pt>
    <dgm:pt modelId="{42382259-DCBE-49B8-9D43-46C002B3AAB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Punkte erhalten (durch Admin vergeben)</a:t>
          </a:r>
          <a:endParaRPr lang="en-US"/>
        </a:p>
      </dgm:t>
    </dgm:pt>
    <dgm:pt modelId="{6E641207-242E-4D34-94AE-2EADB3CDA9E5}" type="parTrans" cxnId="{B2E0A75B-1FCC-4323-B01C-7259BB0CBA01}">
      <dgm:prSet/>
      <dgm:spPr/>
      <dgm:t>
        <a:bodyPr/>
        <a:lstStyle/>
        <a:p>
          <a:endParaRPr lang="en-US"/>
        </a:p>
      </dgm:t>
    </dgm:pt>
    <dgm:pt modelId="{27D367D4-E3C4-4BBD-9B2E-7FCC75FFA729}" type="sibTrans" cxnId="{B2E0A75B-1FCC-4323-B01C-7259BB0CBA01}">
      <dgm:prSet/>
      <dgm:spPr/>
      <dgm:t>
        <a:bodyPr/>
        <a:lstStyle/>
        <a:p>
          <a:endParaRPr lang="en-US"/>
        </a:p>
      </dgm:t>
    </dgm:pt>
    <dgm:pt modelId="{58C70F77-85B6-43F0-B6F6-12FD5879982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Rewards ansehen</a:t>
          </a:r>
          <a:endParaRPr lang="en-US"/>
        </a:p>
      </dgm:t>
    </dgm:pt>
    <dgm:pt modelId="{43C419F5-250E-4BF7-929F-DD1467261EDE}" type="parTrans" cxnId="{16DD48DF-9C6F-4B6B-A980-A1DA4A70F67D}">
      <dgm:prSet/>
      <dgm:spPr/>
      <dgm:t>
        <a:bodyPr/>
        <a:lstStyle/>
        <a:p>
          <a:endParaRPr lang="en-US"/>
        </a:p>
      </dgm:t>
    </dgm:pt>
    <dgm:pt modelId="{1EEE6B4B-73D6-4507-BC63-671861C453C4}" type="sibTrans" cxnId="{16DD48DF-9C6F-4B6B-A980-A1DA4A70F67D}">
      <dgm:prSet/>
      <dgm:spPr/>
      <dgm:t>
        <a:bodyPr/>
        <a:lstStyle/>
        <a:p>
          <a:endParaRPr lang="en-US"/>
        </a:p>
      </dgm:t>
    </dgm:pt>
    <dgm:pt modelId="{355B37F2-2C83-480B-9E02-77C4412B3DA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Verlauf (History der Punkte)</a:t>
          </a:r>
          <a:endParaRPr lang="en-US"/>
        </a:p>
      </dgm:t>
    </dgm:pt>
    <dgm:pt modelId="{92054D8C-F65D-40CD-B333-2022DF945FDD}" type="parTrans" cxnId="{171E6C49-9C31-40A5-8F98-11E893EA3BE1}">
      <dgm:prSet/>
      <dgm:spPr/>
      <dgm:t>
        <a:bodyPr/>
        <a:lstStyle/>
        <a:p>
          <a:endParaRPr lang="en-US"/>
        </a:p>
      </dgm:t>
    </dgm:pt>
    <dgm:pt modelId="{0E55035D-D974-433D-B788-60E083FBF200}" type="sibTrans" cxnId="{171E6C49-9C31-40A5-8F98-11E893EA3BE1}">
      <dgm:prSet/>
      <dgm:spPr/>
      <dgm:t>
        <a:bodyPr/>
        <a:lstStyle/>
        <a:p>
          <a:endParaRPr lang="en-US"/>
        </a:p>
      </dgm:t>
    </dgm:pt>
    <dgm:pt modelId="{01260ECD-E550-4764-88D7-8FF446B6E3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/>
            <a:t>Admin-Funktionen:</a:t>
          </a:r>
          <a:endParaRPr lang="en-US"/>
        </a:p>
      </dgm:t>
    </dgm:pt>
    <dgm:pt modelId="{9C377AFE-2B27-484B-B2E3-6733AA084B86}" type="parTrans" cxnId="{93E5546E-1B27-4E9D-96DB-9E74BD4E4A37}">
      <dgm:prSet/>
      <dgm:spPr/>
      <dgm:t>
        <a:bodyPr/>
        <a:lstStyle/>
        <a:p>
          <a:endParaRPr lang="en-US"/>
        </a:p>
      </dgm:t>
    </dgm:pt>
    <dgm:pt modelId="{D8719E5A-0AF4-4B32-A202-5C0EA7FCC7BA}" type="sibTrans" cxnId="{93E5546E-1B27-4E9D-96DB-9E74BD4E4A37}">
      <dgm:prSet/>
      <dgm:spPr/>
      <dgm:t>
        <a:bodyPr/>
        <a:lstStyle/>
        <a:p>
          <a:endParaRPr lang="en-US"/>
        </a:p>
      </dgm:t>
    </dgm:pt>
    <dgm:pt modelId="{A2A74EE3-1736-474E-8756-355B4080464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Punkte von Usern verwalten (hinzufügen / entfernen)</a:t>
          </a:r>
          <a:endParaRPr lang="en-US"/>
        </a:p>
      </dgm:t>
    </dgm:pt>
    <dgm:pt modelId="{AAE6B0AD-1329-4AFF-B8E1-B9F8296DA19E}" type="parTrans" cxnId="{AB0470C4-EC81-41E5-9098-FDBECD6B8411}">
      <dgm:prSet/>
      <dgm:spPr/>
      <dgm:t>
        <a:bodyPr/>
        <a:lstStyle/>
        <a:p>
          <a:endParaRPr lang="en-US"/>
        </a:p>
      </dgm:t>
    </dgm:pt>
    <dgm:pt modelId="{681EF339-EAFC-40E3-97B9-A2D317481CD2}" type="sibTrans" cxnId="{AB0470C4-EC81-41E5-9098-FDBECD6B8411}">
      <dgm:prSet/>
      <dgm:spPr/>
      <dgm:t>
        <a:bodyPr/>
        <a:lstStyle/>
        <a:p>
          <a:endParaRPr lang="en-US"/>
        </a:p>
      </dgm:t>
    </dgm:pt>
    <dgm:pt modelId="{11B554B8-5098-4020-8D03-A9216F58303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Produkte / Rewards erstellen</a:t>
          </a:r>
          <a:endParaRPr lang="en-US"/>
        </a:p>
      </dgm:t>
    </dgm:pt>
    <dgm:pt modelId="{6C92E4FB-A8CD-4FDF-9022-CE97E85DF3DF}" type="parTrans" cxnId="{6A39383A-BBF6-42DA-A7BD-5CAE33AB09AD}">
      <dgm:prSet/>
      <dgm:spPr/>
      <dgm:t>
        <a:bodyPr/>
        <a:lstStyle/>
        <a:p>
          <a:endParaRPr lang="en-US"/>
        </a:p>
      </dgm:t>
    </dgm:pt>
    <dgm:pt modelId="{02F92150-681D-4E03-A78F-12E6ABFF8D69}" type="sibTrans" cxnId="{6A39383A-BBF6-42DA-A7BD-5CAE33AB09AD}">
      <dgm:prSet/>
      <dgm:spPr/>
      <dgm:t>
        <a:bodyPr/>
        <a:lstStyle/>
        <a:p>
          <a:endParaRPr lang="en-US"/>
        </a:p>
      </dgm:t>
    </dgm:pt>
    <dgm:pt modelId="{E312599F-FFFD-4361-9839-4DB1D660873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Produkte / Rewards löschen</a:t>
          </a:r>
          <a:endParaRPr lang="en-US"/>
        </a:p>
      </dgm:t>
    </dgm:pt>
    <dgm:pt modelId="{BE288A2C-8E6C-46B3-AC71-0234D5EE35C3}" type="parTrans" cxnId="{F306213D-3833-4374-93EE-4B4FDBB6D2EF}">
      <dgm:prSet/>
      <dgm:spPr/>
      <dgm:t>
        <a:bodyPr/>
        <a:lstStyle/>
        <a:p>
          <a:endParaRPr lang="en-US"/>
        </a:p>
      </dgm:t>
    </dgm:pt>
    <dgm:pt modelId="{06AFB974-5B76-4812-9597-F3927629A53F}" type="sibTrans" cxnId="{F306213D-3833-4374-93EE-4B4FDBB6D2EF}">
      <dgm:prSet/>
      <dgm:spPr/>
      <dgm:t>
        <a:bodyPr/>
        <a:lstStyle/>
        <a:p>
          <a:endParaRPr lang="en-US"/>
        </a:p>
      </dgm:t>
    </dgm:pt>
    <dgm:pt modelId="{9FB96892-6C25-4502-B4A5-3FFF29A1A25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Übersicht über alle User</a:t>
          </a:r>
          <a:endParaRPr lang="en-US"/>
        </a:p>
      </dgm:t>
    </dgm:pt>
    <dgm:pt modelId="{C6D28C8A-5A25-4706-A475-8BDAC5DDADCA}" type="parTrans" cxnId="{229FE75E-F22A-4885-8253-A1D4B4E43607}">
      <dgm:prSet/>
      <dgm:spPr/>
      <dgm:t>
        <a:bodyPr/>
        <a:lstStyle/>
        <a:p>
          <a:endParaRPr lang="en-US"/>
        </a:p>
      </dgm:t>
    </dgm:pt>
    <dgm:pt modelId="{C4EF60D8-68CF-4725-A780-700A17608EEC}" type="sibTrans" cxnId="{229FE75E-F22A-4885-8253-A1D4B4E43607}">
      <dgm:prSet/>
      <dgm:spPr/>
      <dgm:t>
        <a:bodyPr/>
        <a:lstStyle/>
        <a:p>
          <a:endParaRPr lang="en-US"/>
        </a:p>
      </dgm:t>
    </dgm:pt>
    <dgm:pt modelId="{B86EAFA6-1837-42C1-9928-6E2ECCE4443E}" type="pres">
      <dgm:prSet presAssocID="{E8523F3F-233B-408C-9732-4A9A306E482D}" presName="root" presStyleCnt="0">
        <dgm:presLayoutVars>
          <dgm:dir/>
          <dgm:resizeHandles val="exact"/>
        </dgm:presLayoutVars>
      </dgm:prSet>
      <dgm:spPr/>
    </dgm:pt>
    <dgm:pt modelId="{30862B97-E4ED-45ED-84E8-0F1A28F69E53}" type="pres">
      <dgm:prSet presAssocID="{599E99F8-F76E-474D-BA0B-F9C680A7AB2D}" presName="compNode" presStyleCnt="0"/>
      <dgm:spPr/>
    </dgm:pt>
    <dgm:pt modelId="{48FD6399-BE35-4E02-BF44-A2BA5ECFEAEF}" type="pres">
      <dgm:prSet presAssocID="{599E99F8-F76E-474D-BA0B-F9C680A7AB2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ißwolf"/>
        </a:ext>
      </dgm:extLst>
    </dgm:pt>
    <dgm:pt modelId="{00B4F3CF-B6DB-4E08-8392-A2A309E1265A}" type="pres">
      <dgm:prSet presAssocID="{599E99F8-F76E-474D-BA0B-F9C680A7AB2D}" presName="iconSpace" presStyleCnt="0"/>
      <dgm:spPr/>
    </dgm:pt>
    <dgm:pt modelId="{9702C7EA-FC40-4D71-804F-E2EE4853C0F6}" type="pres">
      <dgm:prSet presAssocID="{599E99F8-F76E-474D-BA0B-F9C680A7AB2D}" presName="parTx" presStyleLbl="revTx" presStyleIdx="0" presStyleCnt="4">
        <dgm:presLayoutVars>
          <dgm:chMax val="0"/>
          <dgm:chPref val="0"/>
        </dgm:presLayoutVars>
      </dgm:prSet>
      <dgm:spPr/>
    </dgm:pt>
    <dgm:pt modelId="{7C062D8E-F484-4131-884F-FD9D80FD7E3A}" type="pres">
      <dgm:prSet presAssocID="{599E99F8-F76E-474D-BA0B-F9C680A7AB2D}" presName="txSpace" presStyleCnt="0"/>
      <dgm:spPr/>
    </dgm:pt>
    <dgm:pt modelId="{8FD80590-60AA-4F11-83D1-DE8F66B80362}" type="pres">
      <dgm:prSet presAssocID="{599E99F8-F76E-474D-BA0B-F9C680A7AB2D}" presName="desTx" presStyleLbl="revTx" presStyleIdx="1" presStyleCnt="4">
        <dgm:presLayoutVars/>
      </dgm:prSet>
      <dgm:spPr/>
    </dgm:pt>
    <dgm:pt modelId="{EF6F5D30-B4FF-468D-B015-7951079A5A87}" type="pres">
      <dgm:prSet presAssocID="{3F12F061-ECD7-47BD-A626-E7FDE65FDACE}" presName="sibTrans" presStyleCnt="0"/>
      <dgm:spPr/>
    </dgm:pt>
    <dgm:pt modelId="{0C87B9AF-7E3E-476B-A2DE-EE82512339E2}" type="pres">
      <dgm:prSet presAssocID="{01260ECD-E550-4764-88D7-8FF446B6E36D}" presName="compNode" presStyleCnt="0"/>
      <dgm:spPr/>
    </dgm:pt>
    <dgm:pt modelId="{609A56DC-4BCC-42F9-AB9F-6FEC75201AE0}" type="pres">
      <dgm:prSet presAssocID="{01260ECD-E550-4764-88D7-8FF446B6E36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7C7E650-69ED-4679-995F-AB227B03C418}" type="pres">
      <dgm:prSet presAssocID="{01260ECD-E550-4764-88D7-8FF446B6E36D}" presName="iconSpace" presStyleCnt="0"/>
      <dgm:spPr/>
    </dgm:pt>
    <dgm:pt modelId="{05E5C876-B495-43AB-86DB-7852437A3537}" type="pres">
      <dgm:prSet presAssocID="{01260ECD-E550-4764-88D7-8FF446B6E36D}" presName="parTx" presStyleLbl="revTx" presStyleIdx="2" presStyleCnt="4">
        <dgm:presLayoutVars>
          <dgm:chMax val="0"/>
          <dgm:chPref val="0"/>
        </dgm:presLayoutVars>
      </dgm:prSet>
      <dgm:spPr/>
    </dgm:pt>
    <dgm:pt modelId="{FC586EB8-C89F-4120-BA99-C5AC1C07CE3B}" type="pres">
      <dgm:prSet presAssocID="{01260ECD-E550-4764-88D7-8FF446B6E36D}" presName="txSpace" presStyleCnt="0"/>
      <dgm:spPr/>
    </dgm:pt>
    <dgm:pt modelId="{7823606D-70EF-4C07-AAC2-1869D4353260}" type="pres">
      <dgm:prSet presAssocID="{01260ECD-E550-4764-88D7-8FF446B6E36D}" presName="desTx" presStyleLbl="revTx" presStyleIdx="3" presStyleCnt="4">
        <dgm:presLayoutVars/>
      </dgm:prSet>
      <dgm:spPr/>
    </dgm:pt>
  </dgm:ptLst>
  <dgm:cxnLst>
    <dgm:cxn modelId="{E39C6B1B-3F6A-453F-B587-B08BAC3BD145}" srcId="{599E99F8-F76E-474D-BA0B-F9C680A7AB2D}" destId="{FB317A0C-348D-41D2-B558-111C28AB60D0}" srcOrd="1" destOrd="0" parTransId="{83474929-0023-4710-AE26-AE5E7E92EF29}" sibTransId="{75CBFC5B-FE74-4AAF-88D1-78FDE10F6188}"/>
    <dgm:cxn modelId="{29499F1B-618D-423B-828F-6551AC546693}" type="presOf" srcId="{9FB96892-6C25-4502-B4A5-3FFF29A1A253}" destId="{7823606D-70EF-4C07-AAC2-1869D4353260}" srcOrd="0" destOrd="3" presId="urn:microsoft.com/office/officeart/2018/5/layout/CenteredIconLabelDescriptionList"/>
    <dgm:cxn modelId="{68F6E521-E01B-4865-B585-68F3436F43A4}" type="presOf" srcId="{58C70F77-85B6-43F0-B6F6-12FD5879982A}" destId="{8FD80590-60AA-4F11-83D1-DE8F66B80362}" srcOrd="0" destOrd="3" presId="urn:microsoft.com/office/officeart/2018/5/layout/CenteredIconLabelDescriptionList"/>
    <dgm:cxn modelId="{B3183623-1299-437D-BDB7-286EB2FF9C32}" type="presOf" srcId="{964EC8B9-2BBE-4AB6-BD75-C7FB2FAB3057}" destId="{8FD80590-60AA-4F11-83D1-DE8F66B80362}" srcOrd="0" destOrd="0" presId="urn:microsoft.com/office/officeart/2018/5/layout/CenteredIconLabelDescriptionList"/>
    <dgm:cxn modelId="{1E0F8C34-45B5-49AD-9518-C24E8539F55B}" type="presOf" srcId="{01260ECD-E550-4764-88D7-8FF446B6E36D}" destId="{05E5C876-B495-43AB-86DB-7852437A3537}" srcOrd="0" destOrd="0" presId="urn:microsoft.com/office/officeart/2018/5/layout/CenteredIconLabelDescriptionList"/>
    <dgm:cxn modelId="{6A39383A-BBF6-42DA-A7BD-5CAE33AB09AD}" srcId="{01260ECD-E550-4764-88D7-8FF446B6E36D}" destId="{11B554B8-5098-4020-8D03-A9216F58303E}" srcOrd="1" destOrd="0" parTransId="{6C92E4FB-A8CD-4FDF-9022-CE97E85DF3DF}" sibTransId="{02F92150-681D-4E03-A78F-12E6ABFF8D69}"/>
    <dgm:cxn modelId="{B7CE653C-5633-404B-8323-C3573E2DD30A}" type="presOf" srcId="{599E99F8-F76E-474D-BA0B-F9C680A7AB2D}" destId="{9702C7EA-FC40-4D71-804F-E2EE4853C0F6}" srcOrd="0" destOrd="0" presId="urn:microsoft.com/office/officeart/2018/5/layout/CenteredIconLabelDescriptionList"/>
    <dgm:cxn modelId="{F306213D-3833-4374-93EE-4B4FDBB6D2EF}" srcId="{01260ECD-E550-4764-88D7-8FF446B6E36D}" destId="{E312599F-FFFD-4361-9839-4DB1D660873B}" srcOrd="2" destOrd="0" parTransId="{BE288A2C-8E6C-46B3-AC71-0234D5EE35C3}" sibTransId="{06AFB974-5B76-4812-9597-F3927629A53F}"/>
    <dgm:cxn modelId="{21A08840-793B-4609-B37C-CB8CAFBA4739}" srcId="{E8523F3F-233B-408C-9732-4A9A306E482D}" destId="{599E99F8-F76E-474D-BA0B-F9C680A7AB2D}" srcOrd="0" destOrd="0" parTransId="{484662A0-A982-4945-9A86-E7E0E4B46A0A}" sibTransId="{3F12F061-ECD7-47BD-A626-E7FDE65FDACE}"/>
    <dgm:cxn modelId="{B2E0A75B-1FCC-4323-B01C-7259BB0CBA01}" srcId="{599E99F8-F76E-474D-BA0B-F9C680A7AB2D}" destId="{42382259-DCBE-49B8-9D43-46C002B3AABE}" srcOrd="2" destOrd="0" parTransId="{6E641207-242E-4D34-94AE-2EADB3CDA9E5}" sibTransId="{27D367D4-E3C4-4BBD-9B2E-7FCC75FFA729}"/>
    <dgm:cxn modelId="{229FE75E-F22A-4885-8253-A1D4B4E43607}" srcId="{01260ECD-E550-4764-88D7-8FF446B6E36D}" destId="{9FB96892-6C25-4502-B4A5-3FFF29A1A253}" srcOrd="3" destOrd="0" parTransId="{C6D28C8A-5A25-4706-A475-8BDAC5DDADCA}" sibTransId="{C4EF60D8-68CF-4725-A780-700A17608EEC}"/>
    <dgm:cxn modelId="{171E6C49-9C31-40A5-8F98-11E893EA3BE1}" srcId="{599E99F8-F76E-474D-BA0B-F9C680A7AB2D}" destId="{355B37F2-2C83-480B-9E02-77C4412B3DA1}" srcOrd="4" destOrd="0" parTransId="{92054D8C-F65D-40CD-B333-2022DF945FDD}" sibTransId="{0E55035D-D974-433D-B788-60E083FBF200}"/>
    <dgm:cxn modelId="{AA87474A-5E3E-4E18-BB31-5C5830A0AE4B}" type="presOf" srcId="{FB317A0C-348D-41D2-B558-111C28AB60D0}" destId="{8FD80590-60AA-4F11-83D1-DE8F66B80362}" srcOrd="0" destOrd="1" presId="urn:microsoft.com/office/officeart/2018/5/layout/CenteredIconLabelDescriptionList"/>
    <dgm:cxn modelId="{93E5546E-1B27-4E9D-96DB-9E74BD4E4A37}" srcId="{E8523F3F-233B-408C-9732-4A9A306E482D}" destId="{01260ECD-E550-4764-88D7-8FF446B6E36D}" srcOrd="1" destOrd="0" parTransId="{9C377AFE-2B27-484B-B2E3-6733AA084B86}" sibTransId="{D8719E5A-0AF4-4B32-A202-5C0EA7FCC7BA}"/>
    <dgm:cxn modelId="{7F0F5793-285C-45E1-9DBF-D1F5C5288AD3}" type="presOf" srcId="{E8523F3F-233B-408C-9732-4A9A306E482D}" destId="{B86EAFA6-1837-42C1-9928-6E2ECCE4443E}" srcOrd="0" destOrd="0" presId="urn:microsoft.com/office/officeart/2018/5/layout/CenteredIconLabelDescriptionList"/>
    <dgm:cxn modelId="{E233B1A1-2249-4259-9081-D076DC098F8F}" type="presOf" srcId="{42382259-DCBE-49B8-9D43-46C002B3AABE}" destId="{8FD80590-60AA-4F11-83D1-DE8F66B80362}" srcOrd="0" destOrd="2" presId="urn:microsoft.com/office/officeart/2018/5/layout/CenteredIconLabelDescriptionList"/>
    <dgm:cxn modelId="{45C420B1-B7E2-4EDB-A869-35D95804F173}" type="presOf" srcId="{A2A74EE3-1736-474E-8756-355B4080464E}" destId="{7823606D-70EF-4C07-AAC2-1869D4353260}" srcOrd="0" destOrd="0" presId="urn:microsoft.com/office/officeart/2018/5/layout/CenteredIconLabelDescriptionList"/>
    <dgm:cxn modelId="{316849C1-BFF1-4629-84F6-DF85D2F68195}" type="presOf" srcId="{11B554B8-5098-4020-8D03-A9216F58303E}" destId="{7823606D-70EF-4C07-AAC2-1869D4353260}" srcOrd="0" destOrd="1" presId="urn:microsoft.com/office/officeart/2018/5/layout/CenteredIconLabelDescriptionList"/>
    <dgm:cxn modelId="{AB0470C4-EC81-41E5-9098-FDBECD6B8411}" srcId="{01260ECD-E550-4764-88D7-8FF446B6E36D}" destId="{A2A74EE3-1736-474E-8756-355B4080464E}" srcOrd="0" destOrd="0" parTransId="{AAE6B0AD-1329-4AFF-B8E1-B9F8296DA19E}" sibTransId="{681EF339-EAFC-40E3-97B9-A2D317481CD2}"/>
    <dgm:cxn modelId="{B7FE40C6-C6BD-4AC7-8AFC-AE878F4FEEA3}" type="presOf" srcId="{355B37F2-2C83-480B-9E02-77C4412B3DA1}" destId="{8FD80590-60AA-4F11-83D1-DE8F66B80362}" srcOrd="0" destOrd="4" presId="urn:microsoft.com/office/officeart/2018/5/layout/CenteredIconLabelDescriptionList"/>
    <dgm:cxn modelId="{E41031CB-6F96-434B-BA0A-3E447614E465}" type="presOf" srcId="{E312599F-FFFD-4361-9839-4DB1D660873B}" destId="{7823606D-70EF-4C07-AAC2-1869D4353260}" srcOrd="0" destOrd="2" presId="urn:microsoft.com/office/officeart/2018/5/layout/CenteredIconLabelDescriptionList"/>
    <dgm:cxn modelId="{A1715DD9-4A33-4801-AEC0-92E992A2E937}" srcId="{599E99F8-F76E-474D-BA0B-F9C680A7AB2D}" destId="{964EC8B9-2BBE-4AB6-BD75-C7FB2FAB3057}" srcOrd="0" destOrd="0" parTransId="{DF8E534D-E01A-4116-BA63-C4E5772C7918}" sibTransId="{2572DAB5-D884-4202-8BC0-6CAC99B37EEB}"/>
    <dgm:cxn modelId="{16DD48DF-9C6F-4B6B-A980-A1DA4A70F67D}" srcId="{599E99F8-F76E-474D-BA0B-F9C680A7AB2D}" destId="{58C70F77-85B6-43F0-B6F6-12FD5879982A}" srcOrd="3" destOrd="0" parTransId="{43C419F5-250E-4BF7-929F-DD1467261EDE}" sibTransId="{1EEE6B4B-73D6-4507-BC63-671861C453C4}"/>
    <dgm:cxn modelId="{151A6DC1-F737-4C42-8D8C-31D5BFB6D26E}" type="presParOf" srcId="{B86EAFA6-1837-42C1-9928-6E2ECCE4443E}" destId="{30862B97-E4ED-45ED-84E8-0F1A28F69E53}" srcOrd="0" destOrd="0" presId="urn:microsoft.com/office/officeart/2018/5/layout/CenteredIconLabelDescriptionList"/>
    <dgm:cxn modelId="{659654CE-8FC0-4B85-956B-ED762C8EFDAC}" type="presParOf" srcId="{30862B97-E4ED-45ED-84E8-0F1A28F69E53}" destId="{48FD6399-BE35-4E02-BF44-A2BA5ECFEAEF}" srcOrd="0" destOrd="0" presId="urn:microsoft.com/office/officeart/2018/5/layout/CenteredIconLabelDescriptionList"/>
    <dgm:cxn modelId="{3595FD51-97FA-4C3C-A336-88DFEA92D222}" type="presParOf" srcId="{30862B97-E4ED-45ED-84E8-0F1A28F69E53}" destId="{00B4F3CF-B6DB-4E08-8392-A2A309E1265A}" srcOrd="1" destOrd="0" presId="urn:microsoft.com/office/officeart/2018/5/layout/CenteredIconLabelDescriptionList"/>
    <dgm:cxn modelId="{868D0D75-952B-442C-9762-03A0ECE4FA88}" type="presParOf" srcId="{30862B97-E4ED-45ED-84E8-0F1A28F69E53}" destId="{9702C7EA-FC40-4D71-804F-E2EE4853C0F6}" srcOrd="2" destOrd="0" presId="urn:microsoft.com/office/officeart/2018/5/layout/CenteredIconLabelDescriptionList"/>
    <dgm:cxn modelId="{9DE657A5-62F5-4946-879F-1A00CC681AA7}" type="presParOf" srcId="{30862B97-E4ED-45ED-84E8-0F1A28F69E53}" destId="{7C062D8E-F484-4131-884F-FD9D80FD7E3A}" srcOrd="3" destOrd="0" presId="urn:microsoft.com/office/officeart/2018/5/layout/CenteredIconLabelDescriptionList"/>
    <dgm:cxn modelId="{76E466D3-4382-47E8-81A1-995566149596}" type="presParOf" srcId="{30862B97-E4ED-45ED-84E8-0F1A28F69E53}" destId="{8FD80590-60AA-4F11-83D1-DE8F66B80362}" srcOrd="4" destOrd="0" presId="urn:microsoft.com/office/officeart/2018/5/layout/CenteredIconLabelDescriptionList"/>
    <dgm:cxn modelId="{A5CCD508-AAF6-4ADE-BC67-C45EA251C244}" type="presParOf" srcId="{B86EAFA6-1837-42C1-9928-6E2ECCE4443E}" destId="{EF6F5D30-B4FF-468D-B015-7951079A5A87}" srcOrd="1" destOrd="0" presId="urn:microsoft.com/office/officeart/2018/5/layout/CenteredIconLabelDescriptionList"/>
    <dgm:cxn modelId="{B03D43D0-5979-4372-B691-81D0F1D3A9AA}" type="presParOf" srcId="{B86EAFA6-1837-42C1-9928-6E2ECCE4443E}" destId="{0C87B9AF-7E3E-476B-A2DE-EE82512339E2}" srcOrd="2" destOrd="0" presId="urn:microsoft.com/office/officeart/2018/5/layout/CenteredIconLabelDescriptionList"/>
    <dgm:cxn modelId="{F425D3E3-E4C5-493B-A49B-21F86B172C9F}" type="presParOf" srcId="{0C87B9AF-7E3E-476B-A2DE-EE82512339E2}" destId="{609A56DC-4BCC-42F9-AB9F-6FEC75201AE0}" srcOrd="0" destOrd="0" presId="urn:microsoft.com/office/officeart/2018/5/layout/CenteredIconLabelDescriptionList"/>
    <dgm:cxn modelId="{D5870861-1755-4EB0-9A32-C02F3744D90D}" type="presParOf" srcId="{0C87B9AF-7E3E-476B-A2DE-EE82512339E2}" destId="{57C7E650-69ED-4679-995F-AB227B03C418}" srcOrd="1" destOrd="0" presId="urn:microsoft.com/office/officeart/2018/5/layout/CenteredIconLabelDescriptionList"/>
    <dgm:cxn modelId="{32E8332C-6FE2-4C85-868D-1E3EE18B830E}" type="presParOf" srcId="{0C87B9AF-7E3E-476B-A2DE-EE82512339E2}" destId="{05E5C876-B495-43AB-86DB-7852437A3537}" srcOrd="2" destOrd="0" presId="urn:microsoft.com/office/officeart/2018/5/layout/CenteredIconLabelDescriptionList"/>
    <dgm:cxn modelId="{B6D256E7-0012-4ACC-B421-0CFCFD2D3151}" type="presParOf" srcId="{0C87B9AF-7E3E-476B-A2DE-EE82512339E2}" destId="{FC586EB8-C89F-4120-BA99-C5AC1C07CE3B}" srcOrd="3" destOrd="0" presId="urn:microsoft.com/office/officeart/2018/5/layout/CenteredIconLabelDescriptionList"/>
    <dgm:cxn modelId="{F37A5039-EF7A-49B3-BF13-FA1BC0FCEB56}" type="presParOf" srcId="{0C87B9AF-7E3E-476B-A2DE-EE82512339E2}" destId="{7823606D-70EF-4C07-AAC2-1869D43532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C7B44F2-71E5-4D29-A189-08FA7B48FE9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D00BE0-A2E2-43A8-B68F-0A9A2E2913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Frontend:</a:t>
          </a:r>
          <a:endParaRPr lang="en-US"/>
        </a:p>
      </dgm:t>
    </dgm:pt>
    <dgm:pt modelId="{791032ED-1506-4943-822F-A47A276B95D1}" type="parTrans" cxnId="{08D9DC99-68C8-45A2-9310-9B0FEB0786F4}">
      <dgm:prSet/>
      <dgm:spPr/>
      <dgm:t>
        <a:bodyPr/>
        <a:lstStyle/>
        <a:p>
          <a:endParaRPr lang="en-US"/>
        </a:p>
      </dgm:t>
    </dgm:pt>
    <dgm:pt modelId="{AE5247A6-C449-4F8F-8121-BC085189C173}" type="sibTrans" cxnId="{08D9DC99-68C8-45A2-9310-9B0FEB0786F4}">
      <dgm:prSet/>
      <dgm:spPr/>
      <dgm:t>
        <a:bodyPr/>
        <a:lstStyle/>
        <a:p>
          <a:endParaRPr lang="en-US"/>
        </a:p>
      </dgm:t>
    </dgm:pt>
    <dgm:pt modelId="{C57982C8-FB37-464A-AD6C-BF911F3866F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HTML, CSS, JavaScript</a:t>
          </a:r>
          <a:endParaRPr lang="en-US"/>
        </a:p>
      </dgm:t>
    </dgm:pt>
    <dgm:pt modelId="{AD98AEEE-5539-4E3F-9AAE-97CD9EC7A69A}" type="parTrans" cxnId="{72CC019D-91A0-4076-8AF7-B43966E6BFB2}">
      <dgm:prSet/>
      <dgm:spPr/>
      <dgm:t>
        <a:bodyPr/>
        <a:lstStyle/>
        <a:p>
          <a:endParaRPr lang="en-US"/>
        </a:p>
      </dgm:t>
    </dgm:pt>
    <dgm:pt modelId="{B2EFDDD8-46AF-4DD2-A6DE-DE80429EFC30}" type="sibTrans" cxnId="{72CC019D-91A0-4076-8AF7-B43966E6BFB2}">
      <dgm:prSet/>
      <dgm:spPr/>
      <dgm:t>
        <a:bodyPr/>
        <a:lstStyle/>
        <a:p>
          <a:endParaRPr lang="en-US"/>
        </a:p>
      </dgm:t>
    </dgm:pt>
    <dgm:pt modelId="{EE25CC78-67A0-4D1D-B84E-F6CA1E84556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Kommunikation mit Fetch API</a:t>
          </a:r>
          <a:endParaRPr lang="en-US"/>
        </a:p>
      </dgm:t>
    </dgm:pt>
    <dgm:pt modelId="{34F5EFC0-BD51-4048-9632-75819921319B}" type="parTrans" cxnId="{7483B787-C0C8-4FBE-9842-0F4C6DC8AA12}">
      <dgm:prSet/>
      <dgm:spPr/>
      <dgm:t>
        <a:bodyPr/>
        <a:lstStyle/>
        <a:p>
          <a:endParaRPr lang="en-US"/>
        </a:p>
      </dgm:t>
    </dgm:pt>
    <dgm:pt modelId="{B353D731-A078-4675-A424-78A581008612}" type="sibTrans" cxnId="{7483B787-C0C8-4FBE-9842-0F4C6DC8AA12}">
      <dgm:prSet/>
      <dgm:spPr/>
      <dgm:t>
        <a:bodyPr/>
        <a:lstStyle/>
        <a:p>
          <a:endParaRPr lang="en-US"/>
        </a:p>
      </dgm:t>
    </dgm:pt>
    <dgm:pt modelId="{E7708ABB-3DCB-4D8B-B048-34AFF308DC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Darstellung:</a:t>
          </a:r>
          <a:endParaRPr lang="en-US"/>
        </a:p>
      </dgm:t>
    </dgm:pt>
    <dgm:pt modelId="{D1EC89B3-40B7-49D4-A457-7F2317CD00AE}" type="parTrans" cxnId="{9CFEE069-71C5-4CC2-AB00-3CFCED03A44E}">
      <dgm:prSet/>
      <dgm:spPr/>
      <dgm:t>
        <a:bodyPr/>
        <a:lstStyle/>
        <a:p>
          <a:endParaRPr lang="en-US"/>
        </a:p>
      </dgm:t>
    </dgm:pt>
    <dgm:pt modelId="{78AF29F2-21FD-49D2-92EF-C44B502DD1FB}" type="sibTrans" cxnId="{9CFEE069-71C5-4CC2-AB00-3CFCED03A44E}">
      <dgm:prSet/>
      <dgm:spPr/>
      <dgm:t>
        <a:bodyPr/>
        <a:lstStyle/>
        <a:p>
          <a:endParaRPr lang="en-US"/>
        </a:p>
      </dgm:t>
    </dgm:pt>
    <dgm:pt modelId="{A05F9389-F2A6-499E-9505-C98C2AA9F6D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Login / Register</a:t>
          </a:r>
          <a:endParaRPr lang="en-US" dirty="0"/>
        </a:p>
      </dgm:t>
    </dgm:pt>
    <dgm:pt modelId="{55F2205C-4E15-476C-B6AA-BD62D08BCE79}" type="parTrans" cxnId="{76EB5B33-846F-40B4-8AC6-42BB1D4B9F98}">
      <dgm:prSet/>
      <dgm:spPr/>
      <dgm:t>
        <a:bodyPr/>
        <a:lstStyle/>
        <a:p>
          <a:endParaRPr lang="en-US"/>
        </a:p>
      </dgm:t>
    </dgm:pt>
    <dgm:pt modelId="{FA0DFC23-64BF-473E-9BC4-D11BA0205E5B}" type="sibTrans" cxnId="{76EB5B33-846F-40B4-8AC6-42BB1D4B9F98}">
      <dgm:prSet/>
      <dgm:spPr/>
      <dgm:t>
        <a:bodyPr/>
        <a:lstStyle/>
        <a:p>
          <a:endParaRPr lang="en-US"/>
        </a:p>
      </dgm:t>
    </dgm:pt>
    <dgm:pt modelId="{AFE0C0C4-8EAA-45AC-806F-0E5AF6D355D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Profil (E-Mail, Punkte, Rolle, …)</a:t>
          </a:r>
          <a:endParaRPr lang="en-US"/>
        </a:p>
      </dgm:t>
    </dgm:pt>
    <dgm:pt modelId="{03E882CE-879C-408A-9CDE-67F0BF047AA9}" type="parTrans" cxnId="{82512370-588F-4E8E-80EA-80AC2A8970AC}">
      <dgm:prSet/>
      <dgm:spPr/>
      <dgm:t>
        <a:bodyPr/>
        <a:lstStyle/>
        <a:p>
          <a:endParaRPr lang="en-US"/>
        </a:p>
      </dgm:t>
    </dgm:pt>
    <dgm:pt modelId="{EE5E1D70-8525-4438-8649-9FB7F7EAB365}" type="sibTrans" cxnId="{82512370-588F-4E8E-80EA-80AC2A8970AC}">
      <dgm:prSet/>
      <dgm:spPr/>
      <dgm:t>
        <a:bodyPr/>
        <a:lstStyle/>
        <a:p>
          <a:endParaRPr lang="en-US"/>
        </a:p>
      </dgm:t>
    </dgm:pt>
    <dgm:pt modelId="{353C8939-141F-478F-BE8F-AA3B5729390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 err="1"/>
            <a:t>Reward</a:t>
          </a:r>
          <a:r>
            <a:rPr lang="de-DE" dirty="0"/>
            <a:t>-Liste</a:t>
          </a:r>
          <a:endParaRPr lang="en-US" dirty="0"/>
        </a:p>
      </dgm:t>
    </dgm:pt>
    <dgm:pt modelId="{D01A06CF-7847-4F04-89E7-3E428662D236}" type="parTrans" cxnId="{68216C7F-2043-471A-AD25-C2A7E0385E3B}">
      <dgm:prSet/>
      <dgm:spPr/>
      <dgm:t>
        <a:bodyPr/>
        <a:lstStyle/>
        <a:p>
          <a:endParaRPr lang="en-US"/>
        </a:p>
      </dgm:t>
    </dgm:pt>
    <dgm:pt modelId="{B75097EF-F8BB-4A96-A50E-B836FA205EEC}" type="sibTrans" cxnId="{68216C7F-2043-471A-AD25-C2A7E0385E3B}">
      <dgm:prSet/>
      <dgm:spPr/>
      <dgm:t>
        <a:bodyPr/>
        <a:lstStyle/>
        <a:p>
          <a:endParaRPr lang="en-US"/>
        </a:p>
      </dgm:t>
    </dgm:pt>
    <dgm:pt modelId="{0ED601DC-6E2B-43C8-BA21-E000E2764A9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Schnellaktionen (Historie, Rewards ansehen, …)</a:t>
          </a:r>
          <a:endParaRPr lang="en-US"/>
        </a:p>
      </dgm:t>
    </dgm:pt>
    <dgm:pt modelId="{6A831B01-1310-463F-93FF-F58C9844FEDF}" type="parTrans" cxnId="{DA7A9486-2D25-4AA6-BEE1-B654016A63D6}">
      <dgm:prSet/>
      <dgm:spPr/>
      <dgm:t>
        <a:bodyPr/>
        <a:lstStyle/>
        <a:p>
          <a:endParaRPr lang="en-US"/>
        </a:p>
      </dgm:t>
    </dgm:pt>
    <dgm:pt modelId="{8AF3E7D0-A388-4D1E-9052-EE683955B1F9}" type="sibTrans" cxnId="{DA7A9486-2D25-4AA6-BEE1-B654016A63D6}">
      <dgm:prSet/>
      <dgm:spPr/>
      <dgm:t>
        <a:bodyPr/>
        <a:lstStyle/>
        <a:p>
          <a:endParaRPr lang="en-US"/>
        </a:p>
      </dgm:t>
    </dgm:pt>
    <dgm:pt modelId="{FAE48F93-8C57-422F-8FF4-15B46DF273F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Admin Dashboard (Verwaltung)</a:t>
          </a:r>
          <a:endParaRPr lang="en-US"/>
        </a:p>
      </dgm:t>
    </dgm:pt>
    <dgm:pt modelId="{761B214D-1D43-40E6-B41E-A6192C83CC3F}" type="parTrans" cxnId="{04053F2E-2705-4609-B5D0-0EAED101CEBA}">
      <dgm:prSet/>
      <dgm:spPr/>
      <dgm:t>
        <a:bodyPr/>
        <a:lstStyle/>
        <a:p>
          <a:endParaRPr lang="en-US"/>
        </a:p>
      </dgm:t>
    </dgm:pt>
    <dgm:pt modelId="{178D853A-622A-4159-BEC3-DD7F866BD11B}" type="sibTrans" cxnId="{04053F2E-2705-4609-B5D0-0EAED101CEBA}">
      <dgm:prSet/>
      <dgm:spPr/>
      <dgm:t>
        <a:bodyPr/>
        <a:lstStyle/>
        <a:p>
          <a:endParaRPr lang="en-US"/>
        </a:p>
      </dgm:t>
    </dgm:pt>
    <dgm:pt modelId="{A14B6F92-0357-4CD1-A6FE-1B4431A37E73}" type="pres">
      <dgm:prSet presAssocID="{8C7B44F2-71E5-4D29-A189-08FA7B48FE92}" presName="root" presStyleCnt="0">
        <dgm:presLayoutVars>
          <dgm:dir/>
          <dgm:resizeHandles val="exact"/>
        </dgm:presLayoutVars>
      </dgm:prSet>
      <dgm:spPr/>
    </dgm:pt>
    <dgm:pt modelId="{14E20817-EEE5-43E7-AB41-E2EAF572B075}" type="pres">
      <dgm:prSet presAssocID="{AFD00BE0-A2E2-43A8-B68F-0A9A2E29132A}" presName="compNode" presStyleCnt="0"/>
      <dgm:spPr/>
    </dgm:pt>
    <dgm:pt modelId="{119866AD-B0CC-4A36-A92D-0B985E7A6769}" type="pres">
      <dgm:prSet presAssocID="{AFD00BE0-A2E2-43A8-B68F-0A9A2E2913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0616565-640B-4DB5-9C1F-71464AAF1C83}" type="pres">
      <dgm:prSet presAssocID="{AFD00BE0-A2E2-43A8-B68F-0A9A2E29132A}" presName="iconSpace" presStyleCnt="0"/>
      <dgm:spPr/>
    </dgm:pt>
    <dgm:pt modelId="{2F9C51BF-0DF9-4016-81A0-2E8E1D9BD04F}" type="pres">
      <dgm:prSet presAssocID="{AFD00BE0-A2E2-43A8-B68F-0A9A2E29132A}" presName="parTx" presStyleLbl="revTx" presStyleIdx="0" presStyleCnt="4">
        <dgm:presLayoutVars>
          <dgm:chMax val="0"/>
          <dgm:chPref val="0"/>
        </dgm:presLayoutVars>
      </dgm:prSet>
      <dgm:spPr/>
    </dgm:pt>
    <dgm:pt modelId="{55CB34EC-AE28-4934-92F2-D33E0FCE899D}" type="pres">
      <dgm:prSet presAssocID="{AFD00BE0-A2E2-43A8-B68F-0A9A2E29132A}" presName="txSpace" presStyleCnt="0"/>
      <dgm:spPr/>
    </dgm:pt>
    <dgm:pt modelId="{7343FBAD-5356-4C8B-9747-92E05953038D}" type="pres">
      <dgm:prSet presAssocID="{AFD00BE0-A2E2-43A8-B68F-0A9A2E29132A}" presName="desTx" presStyleLbl="revTx" presStyleIdx="1" presStyleCnt="4">
        <dgm:presLayoutVars/>
      </dgm:prSet>
      <dgm:spPr/>
    </dgm:pt>
    <dgm:pt modelId="{5A9F950F-7EF6-4FAA-9C71-6330F7EF19CF}" type="pres">
      <dgm:prSet presAssocID="{AE5247A6-C449-4F8F-8121-BC085189C173}" presName="sibTrans" presStyleCnt="0"/>
      <dgm:spPr/>
    </dgm:pt>
    <dgm:pt modelId="{80E49AB7-3A5F-4999-8BFA-9CC18F0573B5}" type="pres">
      <dgm:prSet presAssocID="{E7708ABB-3DCB-4D8B-B048-34AFF308DCBD}" presName="compNode" presStyleCnt="0"/>
      <dgm:spPr/>
    </dgm:pt>
    <dgm:pt modelId="{6B46038D-0CA3-4AFA-BA2F-4D4B670573BB}" type="pres">
      <dgm:prSet presAssocID="{E7708ABB-3DCB-4D8B-B048-34AFF308DCB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650B05A0-2F4F-4FA1-A0D7-F9756FD9928A}" type="pres">
      <dgm:prSet presAssocID="{E7708ABB-3DCB-4D8B-B048-34AFF308DCBD}" presName="iconSpace" presStyleCnt="0"/>
      <dgm:spPr/>
    </dgm:pt>
    <dgm:pt modelId="{C7A7D551-8BF6-42B6-B5A7-4DC10CA7D956}" type="pres">
      <dgm:prSet presAssocID="{E7708ABB-3DCB-4D8B-B048-34AFF308DCBD}" presName="parTx" presStyleLbl="revTx" presStyleIdx="2" presStyleCnt="4">
        <dgm:presLayoutVars>
          <dgm:chMax val="0"/>
          <dgm:chPref val="0"/>
        </dgm:presLayoutVars>
      </dgm:prSet>
      <dgm:spPr/>
    </dgm:pt>
    <dgm:pt modelId="{3B0DE2F6-A129-4E37-8228-4AD4EA9A6224}" type="pres">
      <dgm:prSet presAssocID="{E7708ABB-3DCB-4D8B-B048-34AFF308DCBD}" presName="txSpace" presStyleCnt="0"/>
      <dgm:spPr/>
    </dgm:pt>
    <dgm:pt modelId="{6F99A9F3-FC10-48B7-A040-DBE5A60F1B36}" type="pres">
      <dgm:prSet presAssocID="{E7708ABB-3DCB-4D8B-B048-34AFF308DCBD}" presName="desTx" presStyleLbl="revTx" presStyleIdx="3" presStyleCnt="4">
        <dgm:presLayoutVars/>
      </dgm:prSet>
      <dgm:spPr/>
    </dgm:pt>
  </dgm:ptLst>
  <dgm:cxnLst>
    <dgm:cxn modelId="{C1E36504-1452-4A83-8059-DB8878D65165}" type="presOf" srcId="{C57982C8-FB37-464A-AD6C-BF911F3866F7}" destId="{7343FBAD-5356-4C8B-9747-92E05953038D}" srcOrd="0" destOrd="0" presId="urn:microsoft.com/office/officeart/2018/5/layout/CenteredIconLabelDescriptionList"/>
    <dgm:cxn modelId="{2A24F625-4A56-45A5-9F48-51515CADFC0D}" type="presOf" srcId="{FAE48F93-8C57-422F-8FF4-15B46DF273FA}" destId="{6F99A9F3-FC10-48B7-A040-DBE5A60F1B36}" srcOrd="0" destOrd="4" presId="urn:microsoft.com/office/officeart/2018/5/layout/CenteredIconLabelDescriptionList"/>
    <dgm:cxn modelId="{09D32D27-727A-4BCE-BFA7-F903C8D813B7}" type="presOf" srcId="{353C8939-141F-478F-BE8F-AA3B57293909}" destId="{6F99A9F3-FC10-48B7-A040-DBE5A60F1B36}" srcOrd="0" destOrd="2" presId="urn:microsoft.com/office/officeart/2018/5/layout/CenteredIconLabelDescriptionList"/>
    <dgm:cxn modelId="{04053F2E-2705-4609-B5D0-0EAED101CEBA}" srcId="{E7708ABB-3DCB-4D8B-B048-34AFF308DCBD}" destId="{FAE48F93-8C57-422F-8FF4-15B46DF273FA}" srcOrd="4" destOrd="0" parTransId="{761B214D-1D43-40E6-B41E-A6192C83CC3F}" sibTransId="{178D853A-622A-4159-BEC3-DD7F866BD11B}"/>
    <dgm:cxn modelId="{76EB5B33-846F-40B4-8AC6-42BB1D4B9F98}" srcId="{E7708ABB-3DCB-4D8B-B048-34AFF308DCBD}" destId="{A05F9389-F2A6-499E-9505-C98C2AA9F6D6}" srcOrd="0" destOrd="0" parTransId="{55F2205C-4E15-476C-B6AA-BD62D08BCE79}" sibTransId="{FA0DFC23-64BF-473E-9BC4-D11BA0205E5B}"/>
    <dgm:cxn modelId="{6935C45B-790B-46C9-9016-5DE6D7A8A229}" type="presOf" srcId="{E7708ABB-3DCB-4D8B-B048-34AFF308DCBD}" destId="{C7A7D551-8BF6-42B6-B5A7-4DC10CA7D956}" srcOrd="0" destOrd="0" presId="urn:microsoft.com/office/officeart/2018/5/layout/CenteredIconLabelDescriptionList"/>
    <dgm:cxn modelId="{B80E2C48-2F5D-4948-AE25-F9D2FA084E5B}" type="presOf" srcId="{A05F9389-F2A6-499E-9505-C98C2AA9F6D6}" destId="{6F99A9F3-FC10-48B7-A040-DBE5A60F1B36}" srcOrd="0" destOrd="0" presId="urn:microsoft.com/office/officeart/2018/5/layout/CenteredIconLabelDescriptionList"/>
    <dgm:cxn modelId="{9CFEE069-71C5-4CC2-AB00-3CFCED03A44E}" srcId="{8C7B44F2-71E5-4D29-A189-08FA7B48FE92}" destId="{E7708ABB-3DCB-4D8B-B048-34AFF308DCBD}" srcOrd="1" destOrd="0" parTransId="{D1EC89B3-40B7-49D4-A457-7F2317CD00AE}" sibTransId="{78AF29F2-21FD-49D2-92EF-C44B502DD1FB}"/>
    <dgm:cxn modelId="{82512370-588F-4E8E-80EA-80AC2A8970AC}" srcId="{E7708ABB-3DCB-4D8B-B048-34AFF308DCBD}" destId="{AFE0C0C4-8EAA-45AC-806F-0E5AF6D355DE}" srcOrd="1" destOrd="0" parTransId="{03E882CE-879C-408A-9CDE-67F0BF047AA9}" sibTransId="{EE5E1D70-8525-4438-8649-9FB7F7EAB365}"/>
    <dgm:cxn modelId="{68216C7F-2043-471A-AD25-C2A7E0385E3B}" srcId="{E7708ABB-3DCB-4D8B-B048-34AFF308DCBD}" destId="{353C8939-141F-478F-BE8F-AA3B57293909}" srcOrd="2" destOrd="0" parTransId="{D01A06CF-7847-4F04-89E7-3E428662D236}" sibTransId="{B75097EF-F8BB-4A96-A50E-B836FA205EEC}"/>
    <dgm:cxn modelId="{2D6A9783-BE4C-4778-9E41-B316DF97208B}" type="presOf" srcId="{AFD00BE0-A2E2-43A8-B68F-0A9A2E29132A}" destId="{2F9C51BF-0DF9-4016-81A0-2E8E1D9BD04F}" srcOrd="0" destOrd="0" presId="urn:microsoft.com/office/officeart/2018/5/layout/CenteredIconLabelDescriptionList"/>
    <dgm:cxn modelId="{DA7A9486-2D25-4AA6-BEE1-B654016A63D6}" srcId="{E7708ABB-3DCB-4D8B-B048-34AFF308DCBD}" destId="{0ED601DC-6E2B-43C8-BA21-E000E2764A97}" srcOrd="3" destOrd="0" parTransId="{6A831B01-1310-463F-93FF-F58C9844FEDF}" sibTransId="{8AF3E7D0-A388-4D1E-9052-EE683955B1F9}"/>
    <dgm:cxn modelId="{7483B787-C0C8-4FBE-9842-0F4C6DC8AA12}" srcId="{AFD00BE0-A2E2-43A8-B68F-0A9A2E29132A}" destId="{EE25CC78-67A0-4D1D-B84E-F6CA1E845563}" srcOrd="1" destOrd="0" parTransId="{34F5EFC0-BD51-4048-9632-75819921319B}" sibTransId="{B353D731-A078-4675-A424-78A581008612}"/>
    <dgm:cxn modelId="{08D9DC99-68C8-45A2-9310-9B0FEB0786F4}" srcId="{8C7B44F2-71E5-4D29-A189-08FA7B48FE92}" destId="{AFD00BE0-A2E2-43A8-B68F-0A9A2E29132A}" srcOrd="0" destOrd="0" parTransId="{791032ED-1506-4943-822F-A47A276B95D1}" sibTransId="{AE5247A6-C449-4F8F-8121-BC085189C173}"/>
    <dgm:cxn modelId="{72CC019D-91A0-4076-8AF7-B43966E6BFB2}" srcId="{AFD00BE0-A2E2-43A8-B68F-0A9A2E29132A}" destId="{C57982C8-FB37-464A-AD6C-BF911F3866F7}" srcOrd="0" destOrd="0" parTransId="{AD98AEEE-5539-4E3F-9AAE-97CD9EC7A69A}" sibTransId="{B2EFDDD8-46AF-4DD2-A6DE-DE80429EFC30}"/>
    <dgm:cxn modelId="{1E632BAD-6B8F-438B-B1CF-3B7B5C6F9E51}" type="presOf" srcId="{0ED601DC-6E2B-43C8-BA21-E000E2764A97}" destId="{6F99A9F3-FC10-48B7-A040-DBE5A60F1B36}" srcOrd="0" destOrd="3" presId="urn:microsoft.com/office/officeart/2018/5/layout/CenteredIconLabelDescriptionList"/>
    <dgm:cxn modelId="{5ED5FFD2-DBDA-4535-8342-8F9B9FD59AF1}" type="presOf" srcId="{8C7B44F2-71E5-4D29-A189-08FA7B48FE92}" destId="{A14B6F92-0357-4CD1-A6FE-1B4431A37E73}" srcOrd="0" destOrd="0" presId="urn:microsoft.com/office/officeart/2018/5/layout/CenteredIconLabelDescriptionList"/>
    <dgm:cxn modelId="{3D5A85D3-C163-4EE3-B60B-9A37DC0B0201}" type="presOf" srcId="{EE25CC78-67A0-4D1D-B84E-F6CA1E845563}" destId="{7343FBAD-5356-4C8B-9747-92E05953038D}" srcOrd="0" destOrd="1" presId="urn:microsoft.com/office/officeart/2018/5/layout/CenteredIconLabelDescriptionList"/>
    <dgm:cxn modelId="{B34E0EFE-899C-43F2-B82F-02915331A07F}" type="presOf" srcId="{AFE0C0C4-8EAA-45AC-806F-0E5AF6D355DE}" destId="{6F99A9F3-FC10-48B7-A040-DBE5A60F1B36}" srcOrd="0" destOrd="1" presId="urn:microsoft.com/office/officeart/2018/5/layout/CenteredIconLabelDescriptionList"/>
    <dgm:cxn modelId="{D35DBB40-B5BA-4682-8E0F-1390CCE42BD7}" type="presParOf" srcId="{A14B6F92-0357-4CD1-A6FE-1B4431A37E73}" destId="{14E20817-EEE5-43E7-AB41-E2EAF572B075}" srcOrd="0" destOrd="0" presId="urn:microsoft.com/office/officeart/2018/5/layout/CenteredIconLabelDescriptionList"/>
    <dgm:cxn modelId="{0F9B9BB6-EC0C-4537-9DF4-B9155301B553}" type="presParOf" srcId="{14E20817-EEE5-43E7-AB41-E2EAF572B075}" destId="{119866AD-B0CC-4A36-A92D-0B985E7A6769}" srcOrd="0" destOrd="0" presId="urn:microsoft.com/office/officeart/2018/5/layout/CenteredIconLabelDescriptionList"/>
    <dgm:cxn modelId="{3DFF0755-04ED-4F69-9289-2E3AE6916011}" type="presParOf" srcId="{14E20817-EEE5-43E7-AB41-E2EAF572B075}" destId="{E0616565-640B-4DB5-9C1F-71464AAF1C83}" srcOrd="1" destOrd="0" presId="urn:microsoft.com/office/officeart/2018/5/layout/CenteredIconLabelDescriptionList"/>
    <dgm:cxn modelId="{A8882000-2013-401D-9220-0AD8C5C4A835}" type="presParOf" srcId="{14E20817-EEE5-43E7-AB41-E2EAF572B075}" destId="{2F9C51BF-0DF9-4016-81A0-2E8E1D9BD04F}" srcOrd="2" destOrd="0" presId="urn:microsoft.com/office/officeart/2018/5/layout/CenteredIconLabelDescriptionList"/>
    <dgm:cxn modelId="{59686384-674E-4241-BA3A-876117F2B772}" type="presParOf" srcId="{14E20817-EEE5-43E7-AB41-E2EAF572B075}" destId="{55CB34EC-AE28-4934-92F2-D33E0FCE899D}" srcOrd="3" destOrd="0" presId="urn:microsoft.com/office/officeart/2018/5/layout/CenteredIconLabelDescriptionList"/>
    <dgm:cxn modelId="{48F523B8-0177-491B-83E6-173E546C5F3A}" type="presParOf" srcId="{14E20817-EEE5-43E7-AB41-E2EAF572B075}" destId="{7343FBAD-5356-4C8B-9747-92E05953038D}" srcOrd="4" destOrd="0" presId="urn:microsoft.com/office/officeart/2018/5/layout/CenteredIconLabelDescriptionList"/>
    <dgm:cxn modelId="{66C6CF97-4991-4119-8364-C31DB11D8F09}" type="presParOf" srcId="{A14B6F92-0357-4CD1-A6FE-1B4431A37E73}" destId="{5A9F950F-7EF6-4FAA-9C71-6330F7EF19CF}" srcOrd="1" destOrd="0" presId="urn:microsoft.com/office/officeart/2018/5/layout/CenteredIconLabelDescriptionList"/>
    <dgm:cxn modelId="{F1F8F5CC-ACD3-45F9-A398-0EB5AEC1502B}" type="presParOf" srcId="{A14B6F92-0357-4CD1-A6FE-1B4431A37E73}" destId="{80E49AB7-3A5F-4999-8BFA-9CC18F0573B5}" srcOrd="2" destOrd="0" presId="urn:microsoft.com/office/officeart/2018/5/layout/CenteredIconLabelDescriptionList"/>
    <dgm:cxn modelId="{713D6DAC-BFB7-436F-A64D-FE66522A58A8}" type="presParOf" srcId="{80E49AB7-3A5F-4999-8BFA-9CC18F0573B5}" destId="{6B46038D-0CA3-4AFA-BA2F-4D4B670573BB}" srcOrd="0" destOrd="0" presId="urn:microsoft.com/office/officeart/2018/5/layout/CenteredIconLabelDescriptionList"/>
    <dgm:cxn modelId="{90965C4F-F5BF-4A03-97AC-CA0209B3AA55}" type="presParOf" srcId="{80E49AB7-3A5F-4999-8BFA-9CC18F0573B5}" destId="{650B05A0-2F4F-4FA1-A0D7-F9756FD9928A}" srcOrd="1" destOrd="0" presId="urn:microsoft.com/office/officeart/2018/5/layout/CenteredIconLabelDescriptionList"/>
    <dgm:cxn modelId="{5997122B-6D75-464E-B96C-E36E3531A30B}" type="presParOf" srcId="{80E49AB7-3A5F-4999-8BFA-9CC18F0573B5}" destId="{C7A7D551-8BF6-42B6-B5A7-4DC10CA7D956}" srcOrd="2" destOrd="0" presId="urn:microsoft.com/office/officeart/2018/5/layout/CenteredIconLabelDescriptionList"/>
    <dgm:cxn modelId="{D691FB3B-CDA2-4FB2-A246-C9A36440051F}" type="presParOf" srcId="{80E49AB7-3A5F-4999-8BFA-9CC18F0573B5}" destId="{3B0DE2F6-A129-4E37-8228-4AD4EA9A6224}" srcOrd="3" destOrd="0" presId="urn:microsoft.com/office/officeart/2018/5/layout/CenteredIconLabelDescriptionList"/>
    <dgm:cxn modelId="{A73711B1-E136-4094-BD56-54C27028E47F}" type="presParOf" srcId="{80E49AB7-3A5F-4999-8BFA-9CC18F0573B5}" destId="{6F99A9F3-FC10-48B7-A040-DBE5A60F1B3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BF9721-6442-4EAC-B53B-A084F72486D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62605D-117E-41C2-960B-E43F35DE9B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Fazit:</a:t>
          </a:r>
          <a:endParaRPr lang="en-US"/>
        </a:p>
      </dgm:t>
    </dgm:pt>
    <dgm:pt modelId="{DA6CDA17-7937-46EF-BA54-CF4D856D1C28}" type="parTrans" cxnId="{6D7EA721-141B-4427-BF9F-F6736093178F}">
      <dgm:prSet/>
      <dgm:spPr/>
      <dgm:t>
        <a:bodyPr/>
        <a:lstStyle/>
        <a:p>
          <a:endParaRPr lang="en-US"/>
        </a:p>
      </dgm:t>
    </dgm:pt>
    <dgm:pt modelId="{7854A5F3-8039-4181-898B-7696A64F29B3}" type="sibTrans" cxnId="{6D7EA721-141B-4427-BF9F-F6736093178F}">
      <dgm:prSet/>
      <dgm:spPr/>
      <dgm:t>
        <a:bodyPr/>
        <a:lstStyle/>
        <a:p>
          <a:endParaRPr lang="en-US"/>
        </a:p>
      </dgm:t>
    </dgm:pt>
    <dgm:pt modelId="{4567D6AD-5402-41F6-BB4C-9FEB64AD68F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Trennung von Frontend, Backend und Datenbank</a:t>
          </a:r>
          <a:endParaRPr lang="en-US"/>
        </a:p>
      </dgm:t>
    </dgm:pt>
    <dgm:pt modelId="{3712FA25-286C-4C21-968C-F5C2201C5D34}" type="parTrans" cxnId="{167901B5-FB0A-436D-9B9E-011E9BDF8F61}">
      <dgm:prSet/>
      <dgm:spPr/>
      <dgm:t>
        <a:bodyPr/>
        <a:lstStyle/>
        <a:p>
          <a:endParaRPr lang="en-US"/>
        </a:p>
      </dgm:t>
    </dgm:pt>
    <dgm:pt modelId="{0C0C2C9E-52FC-4571-BDAA-A913333674D2}" type="sibTrans" cxnId="{167901B5-FB0A-436D-9B9E-011E9BDF8F61}">
      <dgm:prSet/>
      <dgm:spPr/>
      <dgm:t>
        <a:bodyPr/>
        <a:lstStyle/>
        <a:p>
          <a:endParaRPr lang="en-US"/>
        </a:p>
      </dgm:t>
    </dgm:pt>
    <dgm:pt modelId="{0BEA2349-17E9-4384-8D42-E95627A50C3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Sichere Verwaltung durch Rollen</a:t>
          </a:r>
          <a:endParaRPr lang="en-US"/>
        </a:p>
      </dgm:t>
    </dgm:pt>
    <dgm:pt modelId="{F5C9D0A5-1F4C-4DC6-8B26-75C8630EF44E}" type="parTrans" cxnId="{74860083-B894-4A0D-B640-4ECCED7EEBAB}">
      <dgm:prSet/>
      <dgm:spPr/>
      <dgm:t>
        <a:bodyPr/>
        <a:lstStyle/>
        <a:p>
          <a:endParaRPr lang="en-US"/>
        </a:p>
      </dgm:t>
    </dgm:pt>
    <dgm:pt modelId="{7392AE09-6AA7-4095-B6EE-8AB97197DAED}" type="sibTrans" cxnId="{74860083-B894-4A0D-B640-4ECCED7EEBAB}">
      <dgm:prSet/>
      <dgm:spPr/>
      <dgm:t>
        <a:bodyPr/>
        <a:lstStyle/>
        <a:p>
          <a:endParaRPr lang="en-US"/>
        </a:p>
      </dgm:t>
    </dgm:pt>
    <dgm:pt modelId="{521CC892-5EF7-4081-9076-1AE1E7AB0BA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Die Architektur ist erweiterbar und praxisnah aufgebaut</a:t>
          </a:r>
          <a:endParaRPr lang="en-US"/>
        </a:p>
      </dgm:t>
    </dgm:pt>
    <dgm:pt modelId="{B1E8C971-57BC-4761-8CFC-754840E99458}" type="parTrans" cxnId="{7A908E35-1FA5-40D4-A56F-02284CC91DBD}">
      <dgm:prSet/>
      <dgm:spPr/>
      <dgm:t>
        <a:bodyPr/>
        <a:lstStyle/>
        <a:p>
          <a:endParaRPr lang="en-US"/>
        </a:p>
      </dgm:t>
    </dgm:pt>
    <dgm:pt modelId="{58476BF6-F2D8-4933-A562-4B13ED63B33E}" type="sibTrans" cxnId="{7A908E35-1FA5-40D4-A56F-02284CC91DBD}">
      <dgm:prSet/>
      <dgm:spPr/>
      <dgm:t>
        <a:bodyPr/>
        <a:lstStyle/>
        <a:p>
          <a:endParaRPr lang="en-US"/>
        </a:p>
      </dgm:t>
    </dgm:pt>
    <dgm:pt modelId="{97FDC97D-F79B-478B-A43A-6B77873CCF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b="1"/>
            <a:t>Erweiterungen:</a:t>
          </a:r>
          <a:endParaRPr lang="en-US"/>
        </a:p>
      </dgm:t>
    </dgm:pt>
    <dgm:pt modelId="{6C7B7B76-46E5-4581-963F-B8C8460272FF}" type="parTrans" cxnId="{A1A87C45-EB91-4D3B-BE97-CFE4AACB6D5E}">
      <dgm:prSet/>
      <dgm:spPr/>
      <dgm:t>
        <a:bodyPr/>
        <a:lstStyle/>
        <a:p>
          <a:endParaRPr lang="en-US"/>
        </a:p>
      </dgm:t>
    </dgm:pt>
    <dgm:pt modelId="{1A7C638C-C748-4C6E-930F-24A73D09E02A}" type="sibTrans" cxnId="{A1A87C45-EB91-4D3B-BE97-CFE4AACB6D5E}">
      <dgm:prSet/>
      <dgm:spPr/>
      <dgm:t>
        <a:bodyPr/>
        <a:lstStyle/>
        <a:p>
          <a:endParaRPr lang="en-US"/>
        </a:p>
      </dgm:t>
    </dgm:pt>
    <dgm:pt modelId="{D06F79FA-79DA-4469-A9C4-293A9E94AD1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Mobile App</a:t>
          </a:r>
          <a:endParaRPr lang="en-US"/>
        </a:p>
      </dgm:t>
    </dgm:pt>
    <dgm:pt modelId="{7A11AA9A-3DCD-41AF-A01B-8583DAB43AD3}" type="parTrans" cxnId="{422CDEB5-4D28-4E4F-8A79-904533D2B41D}">
      <dgm:prSet/>
      <dgm:spPr/>
      <dgm:t>
        <a:bodyPr/>
        <a:lstStyle/>
        <a:p>
          <a:endParaRPr lang="en-US"/>
        </a:p>
      </dgm:t>
    </dgm:pt>
    <dgm:pt modelId="{5B89A5C1-5552-46F5-858A-B436C636C4D2}" type="sibTrans" cxnId="{422CDEB5-4D28-4E4F-8A79-904533D2B41D}">
      <dgm:prSet/>
      <dgm:spPr/>
      <dgm:t>
        <a:bodyPr/>
        <a:lstStyle/>
        <a:p>
          <a:endParaRPr lang="en-US"/>
        </a:p>
      </dgm:t>
    </dgm:pt>
    <dgm:pt modelId="{D8766294-744F-47CE-B116-B72621FAEFA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Code für die Punkte</a:t>
          </a:r>
          <a:endParaRPr lang="en-US"/>
        </a:p>
      </dgm:t>
    </dgm:pt>
    <dgm:pt modelId="{97ED07BC-73B2-4A81-AF67-7EC7A48202B4}" type="parTrans" cxnId="{10AD3103-A8C8-4F15-B685-FA037731B6EF}">
      <dgm:prSet/>
      <dgm:spPr/>
      <dgm:t>
        <a:bodyPr/>
        <a:lstStyle/>
        <a:p>
          <a:endParaRPr lang="en-US"/>
        </a:p>
      </dgm:t>
    </dgm:pt>
    <dgm:pt modelId="{7C8EC9C2-D69D-44C7-88D4-3D87610A90F9}" type="sibTrans" cxnId="{10AD3103-A8C8-4F15-B685-FA037731B6EF}">
      <dgm:prSet/>
      <dgm:spPr/>
      <dgm:t>
        <a:bodyPr/>
        <a:lstStyle/>
        <a:p>
          <a:endParaRPr lang="en-US"/>
        </a:p>
      </dgm:t>
    </dgm:pt>
    <dgm:pt modelId="{642F7143-3D6B-4F01-8344-2A4846E1F76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Verschiedene Restaurants </a:t>
          </a:r>
          <a:endParaRPr lang="en-US"/>
        </a:p>
      </dgm:t>
    </dgm:pt>
    <dgm:pt modelId="{40D42D24-D62B-4249-A936-57DBD5C7FA48}" type="parTrans" cxnId="{8C1FC72E-A874-4946-ACD6-636F6EA78DF9}">
      <dgm:prSet/>
      <dgm:spPr/>
      <dgm:t>
        <a:bodyPr/>
        <a:lstStyle/>
        <a:p>
          <a:endParaRPr lang="en-US"/>
        </a:p>
      </dgm:t>
    </dgm:pt>
    <dgm:pt modelId="{DF6EF127-AC5D-4ED6-AD84-24D84E9F80B6}" type="sibTrans" cxnId="{8C1FC72E-A874-4946-ACD6-636F6EA78DF9}">
      <dgm:prSet/>
      <dgm:spPr/>
      <dgm:t>
        <a:bodyPr/>
        <a:lstStyle/>
        <a:p>
          <a:endParaRPr lang="en-US"/>
        </a:p>
      </dgm:t>
    </dgm:pt>
    <dgm:pt modelId="{85638152-4C4C-4827-BAE2-6DB1CEBE3CF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Alle Punktebewegungen sind durch die Historie nachvollziehbar</a:t>
          </a:r>
          <a:endParaRPr lang="en-US"/>
        </a:p>
      </dgm:t>
    </dgm:pt>
    <dgm:pt modelId="{D7B2F1B4-3470-4C86-91A2-A8630B0662C1}" type="parTrans" cxnId="{02D525F6-3C1E-4FDA-B649-DAA0C8BFEC90}">
      <dgm:prSet/>
      <dgm:spPr/>
      <dgm:t>
        <a:bodyPr/>
        <a:lstStyle/>
        <a:p>
          <a:endParaRPr lang="en-US"/>
        </a:p>
      </dgm:t>
    </dgm:pt>
    <dgm:pt modelId="{978609DA-D2DB-48B2-A2A2-2FA3C1D73FD2}" type="sibTrans" cxnId="{02D525F6-3C1E-4FDA-B649-DAA0C8BFEC90}">
      <dgm:prSet/>
      <dgm:spPr/>
      <dgm:t>
        <a:bodyPr/>
        <a:lstStyle/>
        <a:p>
          <a:endParaRPr lang="en-US"/>
        </a:p>
      </dgm:t>
    </dgm:pt>
    <dgm:pt modelId="{0FA9AECF-6FE5-4030-A134-F835FDDD3E71}" type="pres">
      <dgm:prSet presAssocID="{95BF9721-6442-4EAC-B53B-A084F72486D5}" presName="root" presStyleCnt="0">
        <dgm:presLayoutVars>
          <dgm:dir/>
          <dgm:resizeHandles val="exact"/>
        </dgm:presLayoutVars>
      </dgm:prSet>
      <dgm:spPr/>
    </dgm:pt>
    <dgm:pt modelId="{6CA8A5FF-7A8B-462D-AC02-F4A24A307C09}" type="pres">
      <dgm:prSet presAssocID="{C262605D-117E-41C2-960B-E43F35DE9BBB}" presName="compNode" presStyleCnt="0"/>
      <dgm:spPr/>
    </dgm:pt>
    <dgm:pt modelId="{DCF6EF4A-0B76-40B3-9487-1593D147B833}" type="pres">
      <dgm:prSet presAssocID="{C262605D-117E-41C2-960B-E43F35DE9BB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A24425D6-4576-4404-BD9C-EB104C068A71}" type="pres">
      <dgm:prSet presAssocID="{C262605D-117E-41C2-960B-E43F35DE9BBB}" presName="iconSpace" presStyleCnt="0"/>
      <dgm:spPr/>
    </dgm:pt>
    <dgm:pt modelId="{20CF1C60-D7A2-4215-BF3B-6783B5D50D8F}" type="pres">
      <dgm:prSet presAssocID="{C262605D-117E-41C2-960B-E43F35DE9BBB}" presName="parTx" presStyleLbl="revTx" presStyleIdx="0" presStyleCnt="4">
        <dgm:presLayoutVars>
          <dgm:chMax val="0"/>
          <dgm:chPref val="0"/>
        </dgm:presLayoutVars>
      </dgm:prSet>
      <dgm:spPr/>
    </dgm:pt>
    <dgm:pt modelId="{34BAA0ED-F9AC-4E6E-9DDF-0EA7BD674ADB}" type="pres">
      <dgm:prSet presAssocID="{C262605D-117E-41C2-960B-E43F35DE9BBB}" presName="txSpace" presStyleCnt="0"/>
      <dgm:spPr/>
    </dgm:pt>
    <dgm:pt modelId="{B5418531-2D57-4189-BC18-9A1D3CDED28E}" type="pres">
      <dgm:prSet presAssocID="{C262605D-117E-41C2-960B-E43F35DE9BBB}" presName="desTx" presStyleLbl="revTx" presStyleIdx="1" presStyleCnt="4">
        <dgm:presLayoutVars/>
      </dgm:prSet>
      <dgm:spPr/>
    </dgm:pt>
    <dgm:pt modelId="{193425AF-8601-4C4F-B9CF-AC7DE0BE2937}" type="pres">
      <dgm:prSet presAssocID="{7854A5F3-8039-4181-898B-7696A64F29B3}" presName="sibTrans" presStyleCnt="0"/>
      <dgm:spPr/>
    </dgm:pt>
    <dgm:pt modelId="{7BF3F976-9275-4B47-B0F5-BB6469CF733F}" type="pres">
      <dgm:prSet presAssocID="{97FDC97D-F79B-478B-A43A-6B77873CCF4F}" presName="compNode" presStyleCnt="0"/>
      <dgm:spPr/>
    </dgm:pt>
    <dgm:pt modelId="{CD0BA3BF-B2B8-4965-AF1C-59E5BDBE1E8A}" type="pres">
      <dgm:prSet presAssocID="{97FDC97D-F79B-478B-A43A-6B77873CCF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09A5F460-56F4-4F1C-8154-85996C524A3B}" type="pres">
      <dgm:prSet presAssocID="{97FDC97D-F79B-478B-A43A-6B77873CCF4F}" presName="iconSpace" presStyleCnt="0"/>
      <dgm:spPr/>
    </dgm:pt>
    <dgm:pt modelId="{55042B50-7760-4A40-8C28-82BF79EB81B9}" type="pres">
      <dgm:prSet presAssocID="{97FDC97D-F79B-478B-A43A-6B77873CCF4F}" presName="parTx" presStyleLbl="revTx" presStyleIdx="2" presStyleCnt="4">
        <dgm:presLayoutVars>
          <dgm:chMax val="0"/>
          <dgm:chPref val="0"/>
        </dgm:presLayoutVars>
      </dgm:prSet>
      <dgm:spPr/>
    </dgm:pt>
    <dgm:pt modelId="{725970D6-3131-4727-92C6-EF0F7A5C8C60}" type="pres">
      <dgm:prSet presAssocID="{97FDC97D-F79B-478B-A43A-6B77873CCF4F}" presName="txSpace" presStyleCnt="0"/>
      <dgm:spPr/>
    </dgm:pt>
    <dgm:pt modelId="{79959DC9-41C2-4836-B04E-B0F27D5921DF}" type="pres">
      <dgm:prSet presAssocID="{97FDC97D-F79B-478B-A43A-6B77873CCF4F}" presName="desTx" presStyleLbl="revTx" presStyleIdx="3" presStyleCnt="4">
        <dgm:presLayoutVars/>
      </dgm:prSet>
      <dgm:spPr/>
    </dgm:pt>
  </dgm:ptLst>
  <dgm:cxnLst>
    <dgm:cxn modelId="{10AD3103-A8C8-4F15-B685-FA037731B6EF}" srcId="{97FDC97D-F79B-478B-A43A-6B77873CCF4F}" destId="{D8766294-744F-47CE-B116-B72621FAEFAF}" srcOrd="1" destOrd="0" parTransId="{97ED07BC-73B2-4A81-AF67-7EC7A48202B4}" sibTransId="{7C8EC9C2-D69D-44C7-88D4-3D87610A90F9}"/>
    <dgm:cxn modelId="{08E4D015-E69B-407E-8E2D-F28B6CE1BB39}" type="presOf" srcId="{85638152-4C4C-4827-BAE2-6DB1CEBE3CF3}" destId="{B5418531-2D57-4189-BC18-9A1D3CDED28E}" srcOrd="0" destOrd="2" presId="urn:microsoft.com/office/officeart/2018/5/layout/CenteredIconLabelDescriptionList"/>
    <dgm:cxn modelId="{6D7EA721-141B-4427-BF9F-F6736093178F}" srcId="{95BF9721-6442-4EAC-B53B-A084F72486D5}" destId="{C262605D-117E-41C2-960B-E43F35DE9BBB}" srcOrd="0" destOrd="0" parTransId="{DA6CDA17-7937-46EF-BA54-CF4D856D1C28}" sibTransId="{7854A5F3-8039-4181-898B-7696A64F29B3}"/>
    <dgm:cxn modelId="{8C1FC72E-A874-4946-ACD6-636F6EA78DF9}" srcId="{97FDC97D-F79B-478B-A43A-6B77873CCF4F}" destId="{642F7143-3D6B-4F01-8344-2A4846E1F767}" srcOrd="2" destOrd="0" parTransId="{40D42D24-D62B-4249-A936-57DBD5C7FA48}" sibTransId="{DF6EF127-AC5D-4ED6-AD84-24D84E9F80B6}"/>
    <dgm:cxn modelId="{A7482E33-40BB-4595-AFC6-8D21105464BA}" type="presOf" srcId="{0BEA2349-17E9-4384-8D42-E95627A50C3A}" destId="{B5418531-2D57-4189-BC18-9A1D3CDED28E}" srcOrd="0" destOrd="1" presId="urn:microsoft.com/office/officeart/2018/5/layout/CenteredIconLabelDescriptionList"/>
    <dgm:cxn modelId="{7A908E35-1FA5-40D4-A56F-02284CC91DBD}" srcId="{C262605D-117E-41C2-960B-E43F35DE9BBB}" destId="{521CC892-5EF7-4081-9076-1AE1E7AB0BAA}" srcOrd="3" destOrd="0" parTransId="{B1E8C971-57BC-4761-8CFC-754840E99458}" sibTransId="{58476BF6-F2D8-4933-A562-4B13ED63B33E}"/>
    <dgm:cxn modelId="{647E693F-72C5-4E53-A94C-716C8D526E73}" type="presOf" srcId="{D8766294-744F-47CE-B116-B72621FAEFAF}" destId="{79959DC9-41C2-4836-B04E-B0F27D5921DF}" srcOrd="0" destOrd="1" presId="urn:microsoft.com/office/officeart/2018/5/layout/CenteredIconLabelDescriptionList"/>
    <dgm:cxn modelId="{A1A87C45-EB91-4D3B-BE97-CFE4AACB6D5E}" srcId="{95BF9721-6442-4EAC-B53B-A084F72486D5}" destId="{97FDC97D-F79B-478B-A43A-6B77873CCF4F}" srcOrd="1" destOrd="0" parTransId="{6C7B7B76-46E5-4581-963F-B8C8460272FF}" sibTransId="{1A7C638C-C748-4C6E-930F-24A73D09E02A}"/>
    <dgm:cxn modelId="{75997969-4F15-4B8A-A52D-AB8638C0DF7D}" type="presOf" srcId="{C262605D-117E-41C2-960B-E43F35DE9BBB}" destId="{20CF1C60-D7A2-4215-BF3B-6783B5D50D8F}" srcOrd="0" destOrd="0" presId="urn:microsoft.com/office/officeart/2018/5/layout/CenteredIconLabelDescriptionList"/>
    <dgm:cxn modelId="{95AD944C-E5AA-4D33-9D0E-133C1C09A74A}" type="presOf" srcId="{4567D6AD-5402-41F6-BB4C-9FEB64AD68F3}" destId="{B5418531-2D57-4189-BC18-9A1D3CDED28E}" srcOrd="0" destOrd="0" presId="urn:microsoft.com/office/officeart/2018/5/layout/CenteredIconLabelDescriptionList"/>
    <dgm:cxn modelId="{41C9D354-C615-468F-A92A-1E194D861FB4}" type="presOf" srcId="{D06F79FA-79DA-4469-A9C4-293A9E94AD1F}" destId="{79959DC9-41C2-4836-B04E-B0F27D5921DF}" srcOrd="0" destOrd="0" presId="urn:microsoft.com/office/officeart/2018/5/layout/CenteredIconLabelDescriptionList"/>
    <dgm:cxn modelId="{AEF4C680-57EA-4B88-830E-F5A080CFDF52}" type="presOf" srcId="{642F7143-3D6B-4F01-8344-2A4846E1F767}" destId="{79959DC9-41C2-4836-B04E-B0F27D5921DF}" srcOrd="0" destOrd="2" presId="urn:microsoft.com/office/officeart/2018/5/layout/CenteredIconLabelDescriptionList"/>
    <dgm:cxn modelId="{74860083-B894-4A0D-B640-4ECCED7EEBAB}" srcId="{C262605D-117E-41C2-960B-E43F35DE9BBB}" destId="{0BEA2349-17E9-4384-8D42-E95627A50C3A}" srcOrd="1" destOrd="0" parTransId="{F5C9D0A5-1F4C-4DC6-8B26-75C8630EF44E}" sibTransId="{7392AE09-6AA7-4095-B6EE-8AB97197DAED}"/>
    <dgm:cxn modelId="{50087A96-3F2C-4A4C-95A4-DE0DA5540A38}" type="presOf" srcId="{97FDC97D-F79B-478B-A43A-6B77873CCF4F}" destId="{55042B50-7760-4A40-8C28-82BF79EB81B9}" srcOrd="0" destOrd="0" presId="urn:microsoft.com/office/officeart/2018/5/layout/CenteredIconLabelDescriptionList"/>
    <dgm:cxn modelId="{167901B5-FB0A-436D-9B9E-011E9BDF8F61}" srcId="{C262605D-117E-41C2-960B-E43F35DE9BBB}" destId="{4567D6AD-5402-41F6-BB4C-9FEB64AD68F3}" srcOrd="0" destOrd="0" parTransId="{3712FA25-286C-4C21-968C-F5C2201C5D34}" sibTransId="{0C0C2C9E-52FC-4571-BDAA-A913333674D2}"/>
    <dgm:cxn modelId="{422CDEB5-4D28-4E4F-8A79-904533D2B41D}" srcId="{97FDC97D-F79B-478B-A43A-6B77873CCF4F}" destId="{D06F79FA-79DA-4469-A9C4-293A9E94AD1F}" srcOrd="0" destOrd="0" parTransId="{7A11AA9A-3DCD-41AF-A01B-8583DAB43AD3}" sibTransId="{5B89A5C1-5552-46F5-858A-B436C636C4D2}"/>
    <dgm:cxn modelId="{8E3278ED-BC8C-4374-B49E-D1FE3C6E0C7E}" type="presOf" srcId="{95BF9721-6442-4EAC-B53B-A084F72486D5}" destId="{0FA9AECF-6FE5-4030-A134-F835FDDD3E71}" srcOrd="0" destOrd="0" presId="urn:microsoft.com/office/officeart/2018/5/layout/CenteredIconLabelDescriptionList"/>
    <dgm:cxn modelId="{02D525F6-3C1E-4FDA-B649-DAA0C8BFEC90}" srcId="{C262605D-117E-41C2-960B-E43F35DE9BBB}" destId="{85638152-4C4C-4827-BAE2-6DB1CEBE3CF3}" srcOrd="2" destOrd="0" parTransId="{D7B2F1B4-3470-4C86-91A2-A8630B0662C1}" sibTransId="{978609DA-D2DB-48B2-A2A2-2FA3C1D73FD2}"/>
    <dgm:cxn modelId="{620356FD-58E6-4677-9538-6ED421B0E13A}" type="presOf" srcId="{521CC892-5EF7-4081-9076-1AE1E7AB0BAA}" destId="{B5418531-2D57-4189-BC18-9A1D3CDED28E}" srcOrd="0" destOrd="3" presId="urn:microsoft.com/office/officeart/2018/5/layout/CenteredIconLabelDescriptionList"/>
    <dgm:cxn modelId="{E781D50A-0361-401E-B6F7-D781EFFB87CB}" type="presParOf" srcId="{0FA9AECF-6FE5-4030-A134-F835FDDD3E71}" destId="{6CA8A5FF-7A8B-462D-AC02-F4A24A307C09}" srcOrd="0" destOrd="0" presId="urn:microsoft.com/office/officeart/2018/5/layout/CenteredIconLabelDescriptionList"/>
    <dgm:cxn modelId="{8A70DD3E-1E08-4A5E-869A-1B5963DA817C}" type="presParOf" srcId="{6CA8A5FF-7A8B-462D-AC02-F4A24A307C09}" destId="{DCF6EF4A-0B76-40B3-9487-1593D147B833}" srcOrd="0" destOrd="0" presId="urn:microsoft.com/office/officeart/2018/5/layout/CenteredIconLabelDescriptionList"/>
    <dgm:cxn modelId="{F29ADE7F-8F91-44F4-8CAA-19045D38B65D}" type="presParOf" srcId="{6CA8A5FF-7A8B-462D-AC02-F4A24A307C09}" destId="{A24425D6-4576-4404-BD9C-EB104C068A71}" srcOrd="1" destOrd="0" presId="urn:microsoft.com/office/officeart/2018/5/layout/CenteredIconLabelDescriptionList"/>
    <dgm:cxn modelId="{E0694A0E-25A5-4ED5-9E7F-98D81E0573E4}" type="presParOf" srcId="{6CA8A5FF-7A8B-462D-AC02-F4A24A307C09}" destId="{20CF1C60-D7A2-4215-BF3B-6783B5D50D8F}" srcOrd="2" destOrd="0" presId="urn:microsoft.com/office/officeart/2018/5/layout/CenteredIconLabelDescriptionList"/>
    <dgm:cxn modelId="{C7F6FA8D-1508-4B21-AC45-EE4AF72820DA}" type="presParOf" srcId="{6CA8A5FF-7A8B-462D-AC02-F4A24A307C09}" destId="{34BAA0ED-F9AC-4E6E-9DDF-0EA7BD674ADB}" srcOrd="3" destOrd="0" presId="urn:microsoft.com/office/officeart/2018/5/layout/CenteredIconLabelDescriptionList"/>
    <dgm:cxn modelId="{FDF52804-30F8-4EF7-8C9D-1D6388EA5018}" type="presParOf" srcId="{6CA8A5FF-7A8B-462D-AC02-F4A24A307C09}" destId="{B5418531-2D57-4189-BC18-9A1D3CDED28E}" srcOrd="4" destOrd="0" presId="urn:microsoft.com/office/officeart/2018/5/layout/CenteredIconLabelDescriptionList"/>
    <dgm:cxn modelId="{69C1D6EA-815C-4E2A-991D-904EC789FE48}" type="presParOf" srcId="{0FA9AECF-6FE5-4030-A134-F835FDDD3E71}" destId="{193425AF-8601-4C4F-B9CF-AC7DE0BE2937}" srcOrd="1" destOrd="0" presId="urn:microsoft.com/office/officeart/2018/5/layout/CenteredIconLabelDescriptionList"/>
    <dgm:cxn modelId="{785178E3-D411-4A4E-9090-D54F4B553E8F}" type="presParOf" srcId="{0FA9AECF-6FE5-4030-A134-F835FDDD3E71}" destId="{7BF3F976-9275-4B47-B0F5-BB6469CF733F}" srcOrd="2" destOrd="0" presId="urn:microsoft.com/office/officeart/2018/5/layout/CenteredIconLabelDescriptionList"/>
    <dgm:cxn modelId="{03FC1759-652C-405C-8FD9-98E7B625A34A}" type="presParOf" srcId="{7BF3F976-9275-4B47-B0F5-BB6469CF733F}" destId="{CD0BA3BF-B2B8-4965-AF1C-59E5BDBE1E8A}" srcOrd="0" destOrd="0" presId="urn:microsoft.com/office/officeart/2018/5/layout/CenteredIconLabelDescriptionList"/>
    <dgm:cxn modelId="{CEFF5493-5324-4F52-A433-B31D15FB96D8}" type="presParOf" srcId="{7BF3F976-9275-4B47-B0F5-BB6469CF733F}" destId="{09A5F460-56F4-4F1C-8154-85996C524A3B}" srcOrd="1" destOrd="0" presId="urn:microsoft.com/office/officeart/2018/5/layout/CenteredIconLabelDescriptionList"/>
    <dgm:cxn modelId="{6270DB64-0B9C-471D-A66B-79DB586B0725}" type="presParOf" srcId="{7BF3F976-9275-4B47-B0F5-BB6469CF733F}" destId="{55042B50-7760-4A40-8C28-82BF79EB81B9}" srcOrd="2" destOrd="0" presId="urn:microsoft.com/office/officeart/2018/5/layout/CenteredIconLabelDescriptionList"/>
    <dgm:cxn modelId="{17FD9069-AA9D-4385-BD11-9DDF7469ABD8}" type="presParOf" srcId="{7BF3F976-9275-4B47-B0F5-BB6469CF733F}" destId="{725970D6-3131-4727-92C6-EF0F7A5C8C60}" srcOrd="3" destOrd="0" presId="urn:microsoft.com/office/officeart/2018/5/layout/CenteredIconLabelDescriptionList"/>
    <dgm:cxn modelId="{3DBB8E4A-77D3-4AFB-B0A1-D72C3B06196C}" type="presParOf" srcId="{7BF3F976-9275-4B47-B0F5-BB6469CF733F}" destId="{79959DC9-41C2-4836-B04E-B0F27D5921D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9F89F-F428-49B9-B7FC-A9B09F6447AD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0B095-A0EB-49A4-9B24-70CF96584740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Architektur</a:t>
          </a:r>
          <a:endParaRPr lang="en-US" sz="2100" kern="1200"/>
        </a:p>
      </dsp:txBody>
      <dsp:txXfrm>
        <a:off x="100682" y="2427484"/>
        <a:ext cx="2370489" cy="720000"/>
      </dsp:txXfrm>
    </dsp:sp>
    <dsp:sp modelId="{53086CC4-63D1-4BF6-9C9B-04C8B0913242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BF610-84E6-4F96-98AC-F8E14240CC3D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Datenbank &amp; ER-Diagramm</a:t>
          </a:r>
          <a:endParaRPr lang="en-US" sz="2100" kern="1200"/>
        </a:p>
      </dsp:txBody>
      <dsp:txXfrm>
        <a:off x="2886007" y="2427484"/>
        <a:ext cx="2370489" cy="720000"/>
      </dsp:txXfrm>
    </dsp:sp>
    <dsp:sp modelId="{3DD6CE3E-C26E-4396-83E8-7B4E68CF94EE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656F2-4348-4A74-B2EF-692A18807BB3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Datenfluss Frontend ↔ Backend</a:t>
          </a:r>
          <a:endParaRPr lang="en-US" sz="2100" kern="1200"/>
        </a:p>
      </dsp:txBody>
      <dsp:txXfrm>
        <a:off x="5671332" y="2427484"/>
        <a:ext cx="2370489" cy="720000"/>
      </dsp:txXfrm>
    </dsp:sp>
    <dsp:sp modelId="{FF6B0A2F-58EE-4C14-A27B-AEDA80FB461D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C6631-73B2-42B0-B1C0-923637803BD2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Features</a:t>
          </a:r>
          <a:endParaRPr lang="en-US" sz="2100" kern="1200"/>
        </a:p>
      </dsp:txBody>
      <dsp:txXfrm>
        <a:off x="8456657" y="2427484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246252-F2D8-45B9-8DDA-1AA5EE93FAC4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F5662-F887-4B56-BD1B-69F28570005D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Einlösen der Punkte</a:t>
          </a:r>
          <a:endParaRPr lang="en-US" sz="2100" kern="1200"/>
        </a:p>
      </dsp:txBody>
      <dsp:txXfrm>
        <a:off x="59990" y="2654049"/>
        <a:ext cx="3226223" cy="720000"/>
      </dsp:txXfrm>
    </dsp:sp>
    <dsp:sp modelId="{6A54FC21-626F-490E-A14D-69A550ECF0E1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B38C1-3FE7-4C43-BFC6-CC9D01EF7465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Admin kann User, Produkte &amp; Punkte verwalten</a:t>
          </a:r>
          <a:endParaRPr lang="en-US" sz="2100" kern="1200"/>
        </a:p>
      </dsp:txBody>
      <dsp:txXfrm>
        <a:off x="3850802" y="2654049"/>
        <a:ext cx="3226223" cy="720000"/>
      </dsp:txXfrm>
    </dsp:sp>
    <dsp:sp modelId="{5990A5EA-DAA2-4752-A6DE-1FD9F4136453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03A04-5B49-4A48-BCCA-01ED8AF6F9B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User haben transparente Punkteübersicht</a:t>
          </a:r>
          <a:endParaRPr lang="en-US" sz="2100" kern="1200"/>
        </a:p>
      </dsp:txBody>
      <dsp:txXfrm>
        <a:off x="7641615" y="2654049"/>
        <a:ext cx="322622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34FFF-A6C9-49F0-A04A-463349A2EE3D}">
      <dsp:nvSpPr>
        <dsp:cNvPr id="0" name=""/>
        <dsp:cNvSpPr/>
      </dsp:nvSpPr>
      <dsp:spPr>
        <a:xfrm>
          <a:off x="765914" y="42061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A91F7-8DED-4ACE-9A9C-49F3A4F9F3F6}">
      <dsp:nvSpPr>
        <dsp:cNvPr id="0" name=""/>
        <dsp:cNvSpPr/>
      </dsp:nvSpPr>
      <dsp:spPr>
        <a:xfrm>
          <a:off x="765914" y="20767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000" b="1" kern="1200"/>
            <a:t>3-Schichten-Architektur:</a:t>
          </a:r>
          <a:endParaRPr lang="en-US" sz="3000" kern="1200"/>
        </a:p>
      </dsp:txBody>
      <dsp:txXfrm>
        <a:off x="765914" y="2076729"/>
        <a:ext cx="4320000" cy="648000"/>
      </dsp:txXfrm>
    </dsp:sp>
    <dsp:sp modelId="{DDA38F4F-F0FC-4FE9-B7B7-E196A7FDF4C2}">
      <dsp:nvSpPr>
        <dsp:cNvPr id="0" name=""/>
        <dsp:cNvSpPr/>
      </dsp:nvSpPr>
      <dsp:spPr>
        <a:xfrm>
          <a:off x="765914" y="2791760"/>
          <a:ext cx="4320000" cy="98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Frontend (HTML, CSS, JavaScript)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Backend (Spring Boot REST API)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Datenbank (H2)</a:t>
          </a:r>
          <a:endParaRPr lang="en-US" sz="1700" kern="1200"/>
        </a:p>
      </dsp:txBody>
      <dsp:txXfrm>
        <a:off x="765914" y="2791760"/>
        <a:ext cx="4320000" cy="980432"/>
      </dsp:txXfrm>
    </dsp:sp>
    <dsp:sp modelId="{7F5D86E9-5AA1-4DDE-AAF6-1F59940B5D92}">
      <dsp:nvSpPr>
        <dsp:cNvPr id="0" name=""/>
        <dsp:cNvSpPr/>
      </dsp:nvSpPr>
      <dsp:spPr>
        <a:xfrm>
          <a:off x="5841914" y="42061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D141A-298B-4925-A8E5-FE4B07E781F9}">
      <dsp:nvSpPr>
        <dsp:cNvPr id="0" name=""/>
        <dsp:cNvSpPr/>
      </dsp:nvSpPr>
      <dsp:spPr>
        <a:xfrm>
          <a:off x="5841914" y="20767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000" b="1" kern="1200"/>
            <a:t>Kommunikation:</a:t>
          </a:r>
          <a:endParaRPr lang="en-US" sz="3000" kern="1200"/>
        </a:p>
      </dsp:txBody>
      <dsp:txXfrm>
        <a:off x="5841914" y="2076729"/>
        <a:ext cx="4320000" cy="648000"/>
      </dsp:txXfrm>
    </dsp:sp>
    <dsp:sp modelId="{FFF9C591-DC22-4702-85C0-B26C912511A5}">
      <dsp:nvSpPr>
        <dsp:cNvPr id="0" name=""/>
        <dsp:cNvSpPr/>
      </dsp:nvSpPr>
      <dsp:spPr>
        <a:xfrm>
          <a:off x="5841914" y="2791760"/>
          <a:ext cx="4320000" cy="980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REST (HTTP / JSON)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Authentifizierung mit JWT Token</a:t>
          </a:r>
          <a:endParaRPr lang="en-US" sz="1700" kern="1200"/>
        </a:p>
      </dsp:txBody>
      <dsp:txXfrm>
        <a:off x="5841914" y="2791760"/>
        <a:ext cx="4320000" cy="980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68C46-787F-48D8-AB9E-77C1C318F9F4}">
      <dsp:nvSpPr>
        <dsp:cNvPr id="0" name=""/>
        <dsp:cNvSpPr/>
      </dsp:nvSpPr>
      <dsp:spPr>
        <a:xfrm>
          <a:off x="0" y="3171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79851-7E08-4375-8E44-99DB298137F8}">
      <dsp:nvSpPr>
        <dsp:cNvPr id="0" name=""/>
        <dsp:cNvSpPr/>
      </dsp:nvSpPr>
      <dsp:spPr>
        <a:xfrm>
          <a:off x="546391" y="95702"/>
          <a:ext cx="764948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Config</a:t>
          </a:r>
          <a:r>
            <a:rPr lang="de-DE" sz="1500" kern="1200"/>
            <a:t>: Security, JWT, CORS</a:t>
          </a:r>
          <a:endParaRPr lang="en-US" sz="1500" kern="1200"/>
        </a:p>
      </dsp:txBody>
      <dsp:txXfrm>
        <a:off x="568007" y="117318"/>
        <a:ext cx="7606248" cy="399568"/>
      </dsp:txXfrm>
    </dsp:sp>
    <dsp:sp modelId="{6F609F6D-598F-424D-84EF-0B230188D8B7}">
      <dsp:nvSpPr>
        <dsp:cNvPr id="0" name=""/>
        <dsp:cNvSpPr/>
      </dsp:nvSpPr>
      <dsp:spPr>
        <a:xfrm>
          <a:off x="0" y="9975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D054A-82EE-4EEE-8C12-269FBD4D9826}">
      <dsp:nvSpPr>
        <dsp:cNvPr id="0" name=""/>
        <dsp:cNvSpPr/>
      </dsp:nvSpPr>
      <dsp:spPr>
        <a:xfrm>
          <a:off x="546391" y="776102"/>
          <a:ext cx="7649480" cy="442800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Domain: </a:t>
          </a:r>
          <a:r>
            <a:rPr lang="en-US" sz="1500" kern="1200"/>
            <a:t>Entitäten (Users, Reward, Invoice, History)</a:t>
          </a:r>
        </a:p>
      </dsp:txBody>
      <dsp:txXfrm>
        <a:off x="568007" y="797718"/>
        <a:ext cx="7606248" cy="399568"/>
      </dsp:txXfrm>
    </dsp:sp>
    <dsp:sp modelId="{5AB5F9FF-C3DC-46EF-8B87-2F4C801DE53D}">
      <dsp:nvSpPr>
        <dsp:cNvPr id="0" name=""/>
        <dsp:cNvSpPr/>
      </dsp:nvSpPr>
      <dsp:spPr>
        <a:xfrm>
          <a:off x="0" y="16779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93845-4BFE-4046-8D0D-81430A1B8CEA}">
      <dsp:nvSpPr>
        <dsp:cNvPr id="0" name=""/>
        <dsp:cNvSpPr/>
      </dsp:nvSpPr>
      <dsp:spPr>
        <a:xfrm>
          <a:off x="546391" y="1456502"/>
          <a:ext cx="7649480" cy="44280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Repositories:</a:t>
          </a:r>
          <a:r>
            <a:rPr lang="de-DE" sz="1500" kern="1200"/>
            <a:t> Datenbankzugriff (JPA)</a:t>
          </a:r>
          <a:endParaRPr lang="en-US" sz="1500" kern="1200"/>
        </a:p>
      </dsp:txBody>
      <dsp:txXfrm>
        <a:off x="568007" y="1478118"/>
        <a:ext cx="7606248" cy="399568"/>
      </dsp:txXfrm>
    </dsp:sp>
    <dsp:sp modelId="{0A975323-7FD1-4FDC-8F31-12FAAEFE4511}">
      <dsp:nvSpPr>
        <dsp:cNvPr id="0" name=""/>
        <dsp:cNvSpPr/>
      </dsp:nvSpPr>
      <dsp:spPr>
        <a:xfrm>
          <a:off x="0" y="23583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8778E-550F-4B92-A736-73BED8809AF5}">
      <dsp:nvSpPr>
        <dsp:cNvPr id="0" name=""/>
        <dsp:cNvSpPr/>
      </dsp:nvSpPr>
      <dsp:spPr>
        <a:xfrm>
          <a:off x="546391" y="2136902"/>
          <a:ext cx="7649480" cy="442800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Service: </a:t>
          </a:r>
          <a:r>
            <a:rPr lang="de-DE" sz="1500" kern="1200"/>
            <a:t>Business-Logik</a:t>
          </a:r>
          <a:endParaRPr lang="en-US" sz="1500" kern="1200"/>
        </a:p>
      </dsp:txBody>
      <dsp:txXfrm>
        <a:off x="568007" y="2158518"/>
        <a:ext cx="7606248" cy="399568"/>
      </dsp:txXfrm>
    </dsp:sp>
    <dsp:sp modelId="{2D712034-3ED8-4580-8CD9-923ABA695F26}">
      <dsp:nvSpPr>
        <dsp:cNvPr id="0" name=""/>
        <dsp:cNvSpPr/>
      </dsp:nvSpPr>
      <dsp:spPr>
        <a:xfrm>
          <a:off x="0" y="30387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93104-9E42-44FA-8081-F71781BF6414}">
      <dsp:nvSpPr>
        <dsp:cNvPr id="0" name=""/>
        <dsp:cNvSpPr/>
      </dsp:nvSpPr>
      <dsp:spPr>
        <a:xfrm>
          <a:off x="546391" y="2817302"/>
          <a:ext cx="7649480" cy="442800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Web: </a:t>
          </a:r>
          <a:r>
            <a:rPr lang="de-DE" sz="1500" kern="1200"/>
            <a:t>REST Controller</a:t>
          </a:r>
          <a:endParaRPr lang="en-US" sz="1500" kern="1200"/>
        </a:p>
      </dsp:txBody>
      <dsp:txXfrm>
        <a:off x="568007" y="2838918"/>
        <a:ext cx="7606248" cy="399568"/>
      </dsp:txXfrm>
    </dsp:sp>
    <dsp:sp modelId="{9DBFDEB5-4951-44C1-87CB-7B90F54BF6DD}">
      <dsp:nvSpPr>
        <dsp:cNvPr id="0" name=""/>
        <dsp:cNvSpPr/>
      </dsp:nvSpPr>
      <dsp:spPr>
        <a:xfrm>
          <a:off x="0" y="3719102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F99D67-F876-4DBE-A064-37435FCFA224}">
      <dsp:nvSpPr>
        <dsp:cNvPr id="0" name=""/>
        <dsp:cNvSpPr/>
      </dsp:nvSpPr>
      <dsp:spPr>
        <a:xfrm>
          <a:off x="546391" y="3497702"/>
          <a:ext cx="7649480" cy="4428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Dtos: </a:t>
          </a:r>
          <a:r>
            <a:rPr lang="de-DE" sz="1500" kern="1200"/>
            <a:t>Datenübertragung Frontend ↔ Backend</a:t>
          </a:r>
          <a:endParaRPr lang="en-US" sz="1500" kern="1200"/>
        </a:p>
      </dsp:txBody>
      <dsp:txXfrm>
        <a:off x="568007" y="3519318"/>
        <a:ext cx="7606248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8ACD6-5D20-4E4C-8BDB-0CF5051FF14F}">
      <dsp:nvSpPr>
        <dsp:cNvPr id="0" name=""/>
        <dsp:cNvSpPr/>
      </dsp:nvSpPr>
      <dsp:spPr>
        <a:xfrm>
          <a:off x="1061437" y="590435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5B5C1-2AFE-4B8C-B4C3-6065A56E384E}">
      <dsp:nvSpPr>
        <dsp:cNvPr id="0" name=""/>
        <dsp:cNvSpPr/>
      </dsp:nvSpPr>
      <dsp:spPr>
        <a:xfrm>
          <a:off x="1582" y="18613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000" b="1" kern="1200"/>
            <a:t>Datenbank:</a:t>
          </a:r>
          <a:r>
            <a:rPr lang="de-DE" sz="2000" kern="1200"/>
            <a:t> H2 (Embedded)</a:t>
          </a:r>
          <a:endParaRPr lang="en-US" sz="2000" kern="1200"/>
        </a:p>
      </dsp:txBody>
      <dsp:txXfrm>
        <a:off x="1582" y="1861331"/>
        <a:ext cx="3261093" cy="489164"/>
      </dsp:txXfrm>
    </dsp:sp>
    <dsp:sp modelId="{EAC51E71-1829-4EBD-88A8-B2C6FA31A170}">
      <dsp:nvSpPr>
        <dsp:cNvPr id="0" name=""/>
        <dsp:cNvSpPr/>
      </dsp:nvSpPr>
      <dsp:spPr>
        <a:xfrm>
          <a:off x="1582" y="2410734"/>
          <a:ext cx="3261093" cy="1191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75993-4D2F-463B-AAD5-DA2B78C8B4D2}">
      <dsp:nvSpPr>
        <dsp:cNvPr id="0" name=""/>
        <dsp:cNvSpPr/>
      </dsp:nvSpPr>
      <dsp:spPr>
        <a:xfrm>
          <a:off x="4893223" y="590435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0F964-2450-41E6-8A9E-F6DC9575AEE8}">
      <dsp:nvSpPr>
        <dsp:cNvPr id="0" name=""/>
        <dsp:cNvSpPr/>
      </dsp:nvSpPr>
      <dsp:spPr>
        <a:xfrm>
          <a:off x="3833367" y="18613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000" b="1" kern="1200"/>
            <a:t>Vorteile:</a:t>
          </a:r>
          <a:endParaRPr lang="en-US" sz="2000" kern="1200"/>
        </a:p>
      </dsp:txBody>
      <dsp:txXfrm>
        <a:off x="3833367" y="1861331"/>
        <a:ext cx="3261093" cy="489164"/>
      </dsp:txXfrm>
    </dsp:sp>
    <dsp:sp modelId="{2A31ECE6-8A5D-4C9B-B3CB-D960BCCB25F2}">
      <dsp:nvSpPr>
        <dsp:cNvPr id="0" name=""/>
        <dsp:cNvSpPr/>
      </dsp:nvSpPr>
      <dsp:spPr>
        <a:xfrm>
          <a:off x="3833367" y="2410734"/>
          <a:ext cx="3261093" cy="1191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Einfach für Schulprojekt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Keine externe Installation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SQL-kompatibel</a:t>
          </a:r>
          <a:endParaRPr lang="en-US" sz="1500" kern="1200"/>
        </a:p>
      </dsp:txBody>
      <dsp:txXfrm>
        <a:off x="3833367" y="2410734"/>
        <a:ext cx="3261093" cy="1191634"/>
      </dsp:txXfrm>
    </dsp:sp>
    <dsp:sp modelId="{12C0354D-E5CA-41E9-8948-0E6C6108FEAD}">
      <dsp:nvSpPr>
        <dsp:cNvPr id="0" name=""/>
        <dsp:cNvSpPr/>
      </dsp:nvSpPr>
      <dsp:spPr>
        <a:xfrm>
          <a:off x="8725008" y="590435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173C1-CA8E-4ABA-9C7F-42EE17039C75}">
      <dsp:nvSpPr>
        <dsp:cNvPr id="0" name=""/>
        <dsp:cNvSpPr/>
      </dsp:nvSpPr>
      <dsp:spPr>
        <a:xfrm>
          <a:off x="7665152" y="1861331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000" b="1" kern="1200"/>
            <a:t>Tabellen:</a:t>
          </a:r>
          <a:endParaRPr lang="en-US" sz="2000" kern="1200"/>
        </a:p>
      </dsp:txBody>
      <dsp:txXfrm>
        <a:off x="7665152" y="1861331"/>
        <a:ext cx="3261093" cy="489164"/>
      </dsp:txXfrm>
    </dsp:sp>
    <dsp:sp modelId="{B38C22EE-97E1-4BBF-8280-6E1A4A599F51}">
      <dsp:nvSpPr>
        <dsp:cNvPr id="0" name=""/>
        <dsp:cNvSpPr/>
      </dsp:nvSpPr>
      <dsp:spPr>
        <a:xfrm>
          <a:off x="7665152" y="2410734"/>
          <a:ext cx="3261093" cy="1191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Users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Rewards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Invoice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History</a:t>
          </a:r>
          <a:endParaRPr lang="en-US" sz="1500" kern="1200"/>
        </a:p>
      </dsp:txBody>
      <dsp:txXfrm>
        <a:off x="7665152" y="2410734"/>
        <a:ext cx="3261093" cy="11916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2D411-E5A5-4252-B61C-78DBBAEC8266}">
      <dsp:nvSpPr>
        <dsp:cNvPr id="0" name=""/>
        <dsp:cNvSpPr/>
      </dsp:nvSpPr>
      <dsp:spPr>
        <a:xfrm>
          <a:off x="0" y="30264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DD404-06B4-421B-BED1-3C83D5ABD76B}">
      <dsp:nvSpPr>
        <dsp:cNvPr id="0" name=""/>
        <dsp:cNvSpPr/>
      </dsp:nvSpPr>
      <dsp:spPr>
        <a:xfrm>
          <a:off x="546391" y="110762"/>
          <a:ext cx="764948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User wählt ein </a:t>
          </a:r>
          <a:r>
            <a:rPr lang="de-DE" sz="1300" kern="1200" dirty="0" err="1"/>
            <a:t>Reward</a:t>
          </a:r>
          <a:endParaRPr lang="en-US" sz="1300" kern="1200" dirty="0"/>
        </a:p>
      </dsp:txBody>
      <dsp:txXfrm>
        <a:off x="565125" y="129496"/>
        <a:ext cx="7612012" cy="346292"/>
      </dsp:txXfrm>
    </dsp:sp>
    <dsp:sp modelId="{C7BD9031-FC1A-4E28-95B1-DC3B3C197E62}">
      <dsp:nvSpPr>
        <dsp:cNvPr id="0" name=""/>
        <dsp:cNvSpPr/>
      </dsp:nvSpPr>
      <dsp:spPr>
        <a:xfrm>
          <a:off x="0" y="89232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62AEF-B283-4981-8190-9F7BE65DB0FA}">
      <dsp:nvSpPr>
        <dsp:cNvPr id="0" name=""/>
        <dsp:cNvSpPr/>
      </dsp:nvSpPr>
      <dsp:spPr>
        <a:xfrm>
          <a:off x="546391" y="700442"/>
          <a:ext cx="7649480" cy="383760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Frontend sendet Request</a:t>
          </a:r>
          <a:endParaRPr lang="en-US" sz="1300" kern="1200"/>
        </a:p>
      </dsp:txBody>
      <dsp:txXfrm>
        <a:off x="565125" y="719176"/>
        <a:ext cx="7612012" cy="346292"/>
      </dsp:txXfrm>
    </dsp:sp>
    <dsp:sp modelId="{CAEBF84F-5094-42F2-9C7B-CDCA91DD1098}">
      <dsp:nvSpPr>
        <dsp:cNvPr id="0" name=""/>
        <dsp:cNvSpPr/>
      </dsp:nvSpPr>
      <dsp:spPr>
        <a:xfrm>
          <a:off x="0" y="148200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DC865-A68E-4A09-9FF6-5C0D6DAB9A7F}">
      <dsp:nvSpPr>
        <dsp:cNvPr id="0" name=""/>
        <dsp:cNvSpPr/>
      </dsp:nvSpPr>
      <dsp:spPr>
        <a:xfrm>
          <a:off x="546391" y="1290122"/>
          <a:ext cx="7649480" cy="383760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UserController</a:t>
          </a:r>
          <a:endParaRPr lang="en-US" sz="1300" kern="1200"/>
        </a:p>
      </dsp:txBody>
      <dsp:txXfrm>
        <a:off x="565125" y="1308856"/>
        <a:ext cx="7612012" cy="346292"/>
      </dsp:txXfrm>
    </dsp:sp>
    <dsp:sp modelId="{7DFE10A0-5F3B-4654-8A96-F7375F3F7B9F}">
      <dsp:nvSpPr>
        <dsp:cNvPr id="0" name=""/>
        <dsp:cNvSpPr/>
      </dsp:nvSpPr>
      <dsp:spPr>
        <a:xfrm>
          <a:off x="0" y="207168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89AEF-3D9B-4A4C-9714-5B6C2E6CF830}">
      <dsp:nvSpPr>
        <dsp:cNvPr id="0" name=""/>
        <dsp:cNvSpPr/>
      </dsp:nvSpPr>
      <dsp:spPr>
        <a:xfrm>
          <a:off x="546391" y="1879802"/>
          <a:ext cx="7649480" cy="383760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PointsService (Business-Logik)</a:t>
          </a:r>
          <a:endParaRPr lang="en-US" sz="1300" kern="1200"/>
        </a:p>
      </dsp:txBody>
      <dsp:txXfrm>
        <a:off x="565125" y="1898536"/>
        <a:ext cx="7612012" cy="346292"/>
      </dsp:txXfrm>
    </dsp:sp>
    <dsp:sp modelId="{4E29662C-F282-4217-9CE0-C0978100DC68}">
      <dsp:nvSpPr>
        <dsp:cNvPr id="0" name=""/>
        <dsp:cNvSpPr/>
      </dsp:nvSpPr>
      <dsp:spPr>
        <a:xfrm>
          <a:off x="0" y="266136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EB7B2-A0AB-4C7F-9AD2-B90C965FDBD2}">
      <dsp:nvSpPr>
        <dsp:cNvPr id="0" name=""/>
        <dsp:cNvSpPr/>
      </dsp:nvSpPr>
      <dsp:spPr>
        <a:xfrm>
          <a:off x="546391" y="2469482"/>
          <a:ext cx="7649480" cy="383760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Datenbank</a:t>
          </a:r>
          <a:endParaRPr lang="en-US" sz="1300" kern="1200"/>
        </a:p>
      </dsp:txBody>
      <dsp:txXfrm>
        <a:off x="565125" y="2488216"/>
        <a:ext cx="7612012" cy="346292"/>
      </dsp:txXfrm>
    </dsp:sp>
    <dsp:sp modelId="{D1819565-7C08-43EF-8A47-A7ED4709F230}">
      <dsp:nvSpPr>
        <dsp:cNvPr id="0" name=""/>
        <dsp:cNvSpPr/>
      </dsp:nvSpPr>
      <dsp:spPr>
        <a:xfrm>
          <a:off x="0" y="3251042"/>
          <a:ext cx="1092782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E9510-ACAA-437B-AC4B-8F4B58781D10}">
      <dsp:nvSpPr>
        <dsp:cNvPr id="0" name=""/>
        <dsp:cNvSpPr/>
      </dsp:nvSpPr>
      <dsp:spPr>
        <a:xfrm>
          <a:off x="546391" y="3059162"/>
          <a:ext cx="7649480" cy="3837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Antwort an Frontend</a:t>
          </a:r>
          <a:endParaRPr lang="en-US" sz="1300" kern="1200"/>
        </a:p>
      </dsp:txBody>
      <dsp:txXfrm>
        <a:off x="565125" y="3077896"/>
        <a:ext cx="7612012" cy="3462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23301-A159-4AF3-B8E0-1242D9754671}">
      <dsp:nvSpPr>
        <dsp:cNvPr id="0" name=""/>
        <dsp:cNvSpPr/>
      </dsp:nvSpPr>
      <dsp:spPr>
        <a:xfrm>
          <a:off x="2224538" y="15884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E2D5D-3F31-463D-BB73-4A1BBCEB8FC7}">
      <dsp:nvSpPr>
        <dsp:cNvPr id="0" name=""/>
        <dsp:cNvSpPr/>
      </dsp:nvSpPr>
      <dsp:spPr>
        <a:xfrm>
          <a:off x="2692538" y="62684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7ADA5-D447-4B09-867B-837E1DF62E1A}">
      <dsp:nvSpPr>
        <dsp:cNvPr id="0" name=""/>
        <dsp:cNvSpPr/>
      </dsp:nvSpPr>
      <dsp:spPr>
        <a:xfrm>
          <a:off x="1537046" y="245827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b="1" kern="1200" dirty="0"/>
            <a:t>JWT (JSON Web Token):</a:t>
          </a:r>
          <a:endParaRPr lang="en-US" sz="2500" kern="1200" dirty="0"/>
        </a:p>
      </dsp:txBody>
      <dsp:txXfrm>
        <a:off x="1537046" y="2458278"/>
        <a:ext cx="3600000" cy="720000"/>
      </dsp:txXfrm>
    </dsp:sp>
    <dsp:sp modelId="{63AA4399-D9BB-41CB-B805-DFD8C6A13A73}">
      <dsp:nvSpPr>
        <dsp:cNvPr id="0" name=""/>
        <dsp:cNvSpPr/>
      </dsp:nvSpPr>
      <dsp:spPr>
        <a:xfrm>
          <a:off x="6454538" y="15884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77547-B6A8-45AE-B654-CAA340B1047D}">
      <dsp:nvSpPr>
        <dsp:cNvPr id="0" name=""/>
        <dsp:cNvSpPr/>
      </dsp:nvSpPr>
      <dsp:spPr>
        <a:xfrm>
          <a:off x="6922538" y="62684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F7534-68AC-4D86-9A18-91ACFFF8A318}">
      <dsp:nvSpPr>
        <dsp:cNvPr id="0" name=""/>
        <dsp:cNvSpPr/>
      </dsp:nvSpPr>
      <dsp:spPr>
        <a:xfrm>
          <a:off x="5723162" y="2421356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b="1" kern="1200" dirty="0"/>
            <a:t>Rollen:</a:t>
          </a:r>
          <a:endParaRPr lang="en-US" sz="2500" kern="1200" dirty="0"/>
        </a:p>
      </dsp:txBody>
      <dsp:txXfrm>
        <a:off x="5723162" y="2421356"/>
        <a:ext cx="36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D6399-BE35-4E02-BF44-A2BA5ECFEAEF}">
      <dsp:nvSpPr>
        <dsp:cNvPr id="0" name=""/>
        <dsp:cNvSpPr/>
      </dsp:nvSpPr>
      <dsp:spPr>
        <a:xfrm>
          <a:off x="2169914" y="2722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2C7EA-FC40-4D71-804F-E2EE4853C0F6}">
      <dsp:nvSpPr>
        <dsp:cNvPr id="0" name=""/>
        <dsp:cNvSpPr/>
      </dsp:nvSpPr>
      <dsp:spPr>
        <a:xfrm>
          <a:off x="765914" y="171717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200" kern="1200"/>
            <a:t>User-Funktionen (Normaler User):</a:t>
          </a:r>
          <a:endParaRPr lang="en-US" sz="2200" kern="1200"/>
        </a:p>
      </dsp:txBody>
      <dsp:txXfrm>
        <a:off x="765914" y="1717177"/>
        <a:ext cx="4320000" cy="648000"/>
      </dsp:txXfrm>
    </dsp:sp>
    <dsp:sp modelId="{8FD80590-60AA-4F11-83D1-DE8F66B80362}">
      <dsp:nvSpPr>
        <dsp:cNvPr id="0" name=""/>
        <dsp:cNvSpPr/>
      </dsp:nvSpPr>
      <dsp:spPr>
        <a:xfrm>
          <a:off x="765914" y="2447944"/>
          <a:ext cx="4320000" cy="1717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Registrieren &amp; Login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Eigene Punkteübersicht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Punkte erhalten (durch Admin vergeben)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Rewards ansehen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Verlauf (History der Punkte)</a:t>
          </a:r>
          <a:endParaRPr lang="en-US" sz="1700" kern="1200"/>
        </a:p>
      </dsp:txBody>
      <dsp:txXfrm>
        <a:off x="765914" y="2447944"/>
        <a:ext cx="4320000" cy="1717631"/>
      </dsp:txXfrm>
    </dsp:sp>
    <dsp:sp modelId="{609A56DC-4BCC-42F9-AB9F-6FEC75201AE0}">
      <dsp:nvSpPr>
        <dsp:cNvPr id="0" name=""/>
        <dsp:cNvSpPr/>
      </dsp:nvSpPr>
      <dsp:spPr>
        <a:xfrm>
          <a:off x="7245914" y="2722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5C876-B495-43AB-86DB-7852437A3537}">
      <dsp:nvSpPr>
        <dsp:cNvPr id="0" name=""/>
        <dsp:cNvSpPr/>
      </dsp:nvSpPr>
      <dsp:spPr>
        <a:xfrm>
          <a:off x="5841914" y="171717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2200" kern="1200"/>
            <a:t>Admin-Funktionen:</a:t>
          </a:r>
          <a:endParaRPr lang="en-US" sz="2200" kern="1200"/>
        </a:p>
      </dsp:txBody>
      <dsp:txXfrm>
        <a:off x="5841914" y="1717177"/>
        <a:ext cx="4320000" cy="648000"/>
      </dsp:txXfrm>
    </dsp:sp>
    <dsp:sp modelId="{7823606D-70EF-4C07-AAC2-1869D4353260}">
      <dsp:nvSpPr>
        <dsp:cNvPr id="0" name=""/>
        <dsp:cNvSpPr/>
      </dsp:nvSpPr>
      <dsp:spPr>
        <a:xfrm>
          <a:off x="5841914" y="2447944"/>
          <a:ext cx="4320000" cy="1717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Punkte von Usern verwalten (hinzufügen / entfernen)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Produkte / Rewards erstellen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Produkte / Rewards löschen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Übersicht über alle User</a:t>
          </a:r>
          <a:endParaRPr lang="en-US" sz="1700" kern="1200"/>
        </a:p>
      </dsp:txBody>
      <dsp:txXfrm>
        <a:off x="5841914" y="2447944"/>
        <a:ext cx="4320000" cy="17176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866AD-B0CC-4A36-A92D-0B985E7A6769}">
      <dsp:nvSpPr>
        <dsp:cNvPr id="0" name=""/>
        <dsp:cNvSpPr/>
      </dsp:nvSpPr>
      <dsp:spPr>
        <a:xfrm>
          <a:off x="2173131" y="105123"/>
          <a:ext cx="1510523" cy="14347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C51BF-0DF9-4016-81A0-2E8E1D9BD04F}">
      <dsp:nvSpPr>
        <dsp:cNvPr id="0" name=""/>
        <dsp:cNvSpPr/>
      </dsp:nvSpPr>
      <dsp:spPr>
        <a:xfrm>
          <a:off x="770502" y="1711152"/>
          <a:ext cx="4315781" cy="614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Frontend:</a:t>
          </a:r>
          <a:endParaRPr lang="en-US" sz="3600" kern="1200"/>
        </a:p>
      </dsp:txBody>
      <dsp:txXfrm>
        <a:off x="770502" y="1711152"/>
        <a:ext cx="4315781" cy="614905"/>
      </dsp:txXfrm>
    </dsp:sp>
    <dsp:sp modelId="{7343FBAD-5356-4C8B-9747-92E05953038D}">
      <dsp:nvSpPr>
        <dsp:cNvPr id="0" name=""/>
        <dsp:cNvSpPr/>
      </dsp:nvSpPr>
      <dsp:spPr>
        <a:xfrm>
          <a:off x="770502" y="2405708"/>
          <a:ext cx="4315781" cy="168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HTML, CSS, JavaScript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Kommunikation mit Fetch API</a:t>
          </a:r>
          <a:endParaRPr lang="en-US" sz="1700" kern="1200"/>
        </a:p>
      </dsp:txBody>
      <dsp:txXfrm>
        <a:off x="770502" y="2405708"/>
        <a:ext cx="4315781" cy="1681973"/>
      </dsp:txXfrm>
    </dsp:sp>
    <dsp:sp modelId="{6B46038D-0CA3-4AFA-BA2F-4D4B670573BB}">
      <dsp:nvSpPr>
        <dsp:cNvPr id="0" name=""/>
        <dsp:cNvSpPr/>
      </dsp:nvSpPr>
      <dsp:spPr>
        <a:xfrm>
          <a:off x="7244174" y="105123"/>
          <a:ext cx="1510523" cy="14347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7D551-8BF6-42B6-B5A7-4DC10CA7D956}">
      <dsp:nvSpPr>
        <dsp:cNvPr id="0" name=""/>
        <dsp:cNvSpPr/>
      </dsp:nvSpPr>
      <dsp:spPr>
        <a:xfrm>
          <a:off x="5841545" y="1711152"/>
          <a:ext cx="4315781" cy="614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Darstellung:</a:t>
          </a:r>
          <a:endParaRPr lang="en-US" sz="3600" kern="1200"/>
        </a:p>
      </dsp:txBody>
      <dsp:txXfrm>
        <a:off x="5841545" y="1711152"/>
        <a:ext cx="4315781" cy="614905"/>
      </dsp:txXfrm>
    </dsp:sp>
    <dsp:sp modelId="{6F99A9F3-FC10-48B7-A040-DBE5A60F1B36}">
      <dsp:nvSpPr>
        <dsp:cNvPr id="0" name=""/>
        <dsp:cNvSpPr/>
      </dsp:nvSpPr>
      <dsp:spPr>
        <a:xfrm>
          <a:off x="5841545" y="2405708"/>
          <a:ext cx="4315781" cy="168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Login / Register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Profil (E-Mail, Punkte, Rolle, …)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Reward</a:t>
          </a:r>
          <a:r>
            <a:rPr lang="de-DE" sz="1700" kern="1200" dirty="0"/>
            <a:t>-Liste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Schnellaktionen (Historie, Rewards ansehen, …)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Admin Dashboard (Verwaltung)</a:t>
          </a:r>
          <a:endParaRPr lang="en-US" sz="1700" kern="1200"/>
        </a:p>
      </dsp:txBody>
      <dsp:txXfrm>
        <a:off x="5841545" y="2405708"/>
        <a:ext cx="4315781" cy="16819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6EF4A-0B76-40B3-9487-1593D147B833}">
      <dsp:nvSpPr>
        <dsp:cNvPr id="0" name=""/>
        <dsp:cNvSpPr/>
      </dsp:nvSpPr>
      <dsp:spPr>
        <a:xfrm>
          <a:off x="2173131" y="0"/>
          <a:ext cx="1510523" cy="13827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F1C60-D7A2-4215-BF3B-6783B5D50D8F}">
      <dsp:nvSpPr>
        <dsp:cNvPr id="0" name=""/>
        <dsp:cNvSpPr/>
      </dsp:nvSpPr>
      <dsp:spPr>
        <a:xfrm>
          <a:off x="770502" y="1547817"/>
          <a:ext cx="4315781" cy="59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Fazit:</a:t>
          </a:r>
          <a:endParaRPr lang="en-US" sz="3600" kern="1200"/>
        </a:p>
      </dsp:txBody>
      <dsp:txXfrm>
        <a:off x="770502" y="1547817"/>
        <a:ext cx="4315781" cy="592617"/>
      </dsp:txXfrm>
    </dsp:sp>
    <dsp:sp modelId="{B5418531-2D57-4189-BC18-9A1D3CDED28E}">
      <dsp:nvSpPr>
        <dsp:cNvPr id="0" name=""/>
        <dsp:cNvSpPr/>
      </dsp:nvSpPr>
      <dsp:spPr>
        <a:xfrm>
          <a:off x="770502" y="2217199"/>
          <a:ext cx="4315781" cy="1975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Trennung von Frontend, Backend und Datenbank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Sichere Verwaltung durch Rollen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Alle Punktebewegungen sind durch die Historie nachvollziehbar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Die Architektur ist erweiterbar und praxisnah aufgebaut</a:t>
          </a:r>
          <a:endParaRPr lang="en-US" sz="1700" kern="1200"/>
        </a:p>
      </dsp:txBody>
      <dsp:txXfrm>
        <a:off x="770502" y="2217199"/>
        <a:ext cx="4315781" cy="1975605"/>
      </dsp:txXfrm>
    </dsp:sp>
    <dsp:sp modelId="{CD0BA3BF-B2B8-4965-AF1C-59E5BDBE1E8A}">
      <dsp:nvSpPr>
        <dsp:cNvPr id="0" name=""/>
        <dsp:cNvSpPr/>
      </dsp:nvSpPr>
      <dsp:spPr>
        <a:xfrm>
          <a:off x="7244174" y="0"/>
          <a:ext cx="1510523" cy="13827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42B50-7760-4A40-8C28-82BF79EB81B9}">
      <dsp:nvSpPr>
        <dsp:cNvPr id="0" name=""/>
        <dsp:cNvSpPr/>
      </dsp:nvSpPr>
      <dsp:spPr>
        <a:xfrm>
          <a:off x="5841545" y="1547817"/>
          <a:ext cx="4315781" cy="592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Erweiterungen:</a:t>
          </a:r>
          <a:endParaRPr lang="en-US" sz="3600" kern="1200"/>
        </a:p>
      </dsp:txBody>
      <dsp:txXfrm>
        <a:off x="5841545" y="1547817"/>
        <a:ext cx="4315781" cy="592617"/>
      </dsp:txXfrm>
    </dsp:sp>
    <dsp:sp modelId="{79959DC9-41C2-4836-B04E-B0F27D5921DF}">
      <dsp:nvSpPr>
        <dsp:cNvPr id="0" name=""/>
        <dsp:cNvSpPr/>
      </dsp:nvSpPr>
      <dsp:spPr>
        <a:xfrm>
          <a:off x="5841545" y="2217199"/>
          <a:ext cx="4315781" cy="1975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Mobile App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Code für die Punkte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Verschiedene Restaurants </a:t>
          </a:r>
          <a:endParaRPr lang="en-US" sz="1700" kern="1200"/>
        </a:p>
      </dsp:txBody>
      <dsp:txXfrm>
        <a:off x="5841545" y="2217199"/>
        <a:ext cx="4315781" cy="1975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A8095-0AF0-4984-8D8B-11FF8B178325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1CF9C-6A88-4C7C-AE4E-1DBD01C20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18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1CF9C-6A88-4C7C-AE4E-1DBD01C2083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1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1CF9C-6A88-4C7C-AE4E-1DBD01C2083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656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EA0364-125D-480A-8427-7FE3E2E54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D26BE5-EB27-12D6-2391-CC14F0C96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7EAA32-E33F-04C8-2591-7A5E0795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A119-090E-45C6-B061-37967373CFDF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800067-92D2-E0DF-50AB-36D91076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460A5-22B9-F8B1-DAFF-BCD0F104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66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D0E4F-F635-CDE5-72CC-B1BCE997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80F18D-1CE8-B56A-8560-73CAA264C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5E5611-25F4-CC84-D9C3-C5CC9839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C3BD8-8C2C-4C16-878E-BA288137EE30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FDB761-9E9D-C190-626F-E8399508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49C84E-5285-4E13-995B-CE8C7A09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03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F8031-A982-DD04-A5AC-AFD30DE8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E01B94-0532-30D8-19F4-7E9ED2C12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7799FE-B1CD-EA2E-318A-8302E9B5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5BBF6-CA03-472B-A502-2A3104A9AACC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46EF39-613E-68E1-97FA-21E451FD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AC495-2B5A-A8D5-37A4-DF9DA2E7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85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88F8F-95C8-868A-F07F-73BF82CC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94598B-9486-98F7-3A2D-1245BA9E3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5EB247-9313-C612-E7DE-C9AD8FF3F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0A98D5-E472-F3E7-3E70-893EFF2F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56BCF-7741-48BD-8676-AAFA5B4FF3C8}" type="datetime1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438971-0E23-BD12-9A3B-C0B64B0A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1692ED-4559-389A-384F-22952E38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10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476187-B2F5-DB31-2D2B-89714692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E9D66-331E-DAB3-8D32-6516DE5B8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76B812-980D-6F25-C3F6-BAD35A620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CEE94A-0887-C1DF-FFDF-E0F3815F5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FC06CF-338E-85FC-7A10-4B14BF8DD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4BC117-8824-465A-37FB-F3163141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0CAE-990E-4B85-9DAB-510565AC8DF5}" type="datetime1">
              <a:rPr lang="de-DE" smtClean="0"/>
              <a:t>29.01.2026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D7B758E-BBE8-1BE0-9BD7-CD0B477F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E7A2B3-69EC-110F-9EBA-B9CEEE52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10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53F8C-B76F-04A3-C794-F951902B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CB9316-968A-D521-B145-913A4CA8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A9CB-96B4-452F-A075-10D0B5190807}" type="datetime1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8B091-0185-58BA-0E90-BF5AE849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570D51-8648-A273-F50C-29AD966E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27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5D7F97-0FD4-2CA7-32D7-0D1F78BE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0612-7EB4-4044-B197-290A16768DE2}" type="datetime1">
              <a:rPr lang="de-DE" smtClean="0"/>
              <a:t>29.01.2026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E143C9-669C-B6E6-30D0-4CE696B2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5A9A26-174D-82F2-1086-1B3C5944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590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2E23-CCE3-665B-8678-BDCDFCAB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189A6D-CFA8-4C92-A72C-E123D9969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2162DE-C286-AFF8-96AC-EE2868E58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E7B039-93B7-4A62-7871-E518D61F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0B82-C1F3-4848-8E80-078F30BCC5C0}" type="datetime1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9F01B5-C5EB-8A59-1884-94DF5C75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BE4E90-0375-72A2-0FD6-856B28E5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5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587E5C-F8F7-BF0B-40B1-0800E72E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A8F5A9-4F5F-93A1-228F-413289C43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166930-A766-A224-C22A-58B451F8A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831899-8809-1F30-AD32-17DF823D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A103-D8F9-4449-97C7-9BFD2B50CE54}" type="datetime1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19543A-FEB3-10EF-F1CA-03C97388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F02008-7936-686E-B74A-4A855452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28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0EAEA-917A-2B0D-796B-7016A7A4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2C2775-4AFA-5661-7245-AFFE34A2D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5DDCDC-4A00-9CFD-B8B3-F01BA887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80D9-17FC-4FF8-825E-0557968C44D7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E21777-B04C-6236-F5C9-79B580A3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CCC15A-4FA4-4CC4-E54F-BBDBC53C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89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B5D9399-3ADA-851A-1FCD-5E7E559D2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4A4801-FDCF-93FC-72B1-27D437447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62E3EC-64C3-D807-259B-EB9D89F1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0EF9-7CA7-4F7C-8BC4-1491A4FD3BCE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F98BBA-BD79-4914-9F84-1BE21E0E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CFB398-F7E4-940A-487C-ED0504AA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93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5D600A-A38D-FF26-1690-C763DE02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E79277-6C89-01AF-DA00-D36670A8B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F6FE4-DFAF-3778-D2EC-4DBEEAF3C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25CD2-15F7-4AD4-858D-C4F87C3D57C3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DDE9CE-F9AA-7F05-A1CA-CDB2AC922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Bacher, Grgic, Peißl, Radlingmaier, Wolfgruber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21099D-90C8-4012-7380-17FB9C1EF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5154E-2C82-468F-A0A1-F0585AA9A0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59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7301FB-F89F-EBDD-FB99-CBE9298D9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786" y="16588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8000" dirty="0" err="1">
                <a:solidFill>
                  <a:srgbClr val="FFFFFF"/>
                </a:solidFill>
              </a:rPr>
              <a:t>Rewardify</a:t>
            </a:r>
            <a:endParaRPr lang="de-DE" sz="80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2F993A-834F-A14F-0D92-9AE8EFA50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5447" y="3435265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Sammeln &amp; Einlösen von Punkten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49E4E2-0FF0-9E3F-676C-1AF02710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DE" sz="1100">
                <a:solidFill>
                  <a:srgbClr val="FFFFFF"/>
                </a:solidFill>
              </a:rPr>
              <a:t>Bacher, Grgic, Peißl, Radlingmaier, Wolfgruber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101447-5604-F9D0-DCED-8C26501E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de-DE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0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475EAE-031A-2650-358D-2A965E0A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Fokus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A71A92-2B51-27A1-554F-D1ACD421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830CD717-FBEC-4D0C-1D0C-00FBF0629F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3873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147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AC773-2C7B-96A6-1120-B8C09FE5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Ziel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58054E-241A-3629-F25D-7100372B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60504380-06C1-EDB2-01F5-2A9D77A977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17118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6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2D11E3-08C1-4FC4-E0CF-888DF55E5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Gesamtarchitektur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387DF9-6133-4A21-8B75-5382B5AC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619D2BF0-B13F-D66B-029E-761C4B16E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65127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254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F2F80E-704D-0B16-A4A1-0E727D9A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Projektstruktur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55D20F-B554-C344-3BF9-168E4233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DC300CC8-7974-A4C4-8581-043125F702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6705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787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7AFC8D-CC78-4C22-0F83-7BD03B32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Datenbankübersicht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28A4C8-B2BE-524E-4FD6-60F6BAEE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3FFFEBB5-F55E-7574-C3F5-959BB5E79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9064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078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EF7F39-56A3-2023-3A05-A482D6FB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ER-Diagramm</a:t>
            </a:r>
          </a:p>
        </p:txBody>
      </p:sp>
      <p:pic>
        <p:nvPicPr>
          <p:cNvPr id="7" name="Inhaltsplatzhalter 6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244C4E0C-C310-7B55-2AA2-523A27B08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170954"/>
            <a:ext cx="7225748" cy="4516091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3F858D-63C9-C4AA-3551-0250F3D9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34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BB27BE-E7AC-D9EE-B32B-FA3D897C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Datenfluss Frontend - Backend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70ABF7-6E41-8004-DE69-AE755DF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4" name="Inhaltsplatzhalter 2">
            <a:extLst>
              <a:ext uri="{FF2B5EF4-FFF2-40B4-BE49-F238E27FC236}">
                <a16:creationId xmlns:a16="http://schemas.microsoft.com/office/drawing/2014/main" id="{097FE961-870F-7D83-4A55-B82F8264F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71876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C09B6039-1690-6701-5849-20E0DCF0BBAE}"/>
              </a:ext>
            </a:extLst>
          </p:cNvPr>
          <p:cNvSpPr txBox="1"/>
          <p:nvPr/>
        </p:nvSpPr>
        <p:spPr>
          <a:xfrm>
            <a:off x="235973" y="2273574"/>
            <a:ext cx="4429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Szenario: User löst Punkte ein</a:t>
            </a:r>
            <a:endParaRPr lang="en-AT" b="1" dirty="0"/>
          </a:p>
        </p:txBody>
      </p:sp>
    </p:spTree>
    <p:extLst>
      <p:ext uri="{BB962C8B-B14F-4D97-AF65-F5344CB8AC3E}">
        <p14:creationId xmlns:p14="http://schemas.microsoft.com/office/powerpoint/2010/main" val="114395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92389A-E729-9C1E-6B01-2A2EC7A4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Authentifizierung &amp; Sicherheit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74ADCE-BF6A-DB21-565A-CAF64DB1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214A53AE-7C9D-28E8-B0F4-96F1704AB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153173"/>
              </p:ext>
            </p:extLst>
          </p:nvPr>
        </p:nvGraphicFramePr>
        <p:xfrm>
          <a:off x="658461" y="2305333"/>
          <a:ext cx="10875077" cy="391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0B03CDF-6B71-AD9D-9500-12BD97053A62}"/>
              </a:ext>
            </a:extLst>
          </p:cNvPr>
          <p:cNvSpPr txBox="1"/>
          <p:nvPr/>
        </p:nvSpPr>
        <p:spPr>
          <a:xfrm>
            <a:off x="2117504" y="5268260"/>
            <a:ext cx="5140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Login: Token wird erstellt</a:t>
            </a:r>
          </a:p>
          <a:p>
            <a:r>
              <a:rPr lang="de-DE" dirty="0"/>
              <a:t>Token im HTTP Header</a:t>
            </a:r>
          </a:p>
          <a:p>
            <a:r>
              <a:rPr lang="de-DE" dirty="0"/>
              <a:t>Filter prüft Token bei jeder Anfrage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5743965-7632-4F75-60F4-8102B6A37165}"/>
              </a:ext>
            </a:extLst>
          </p:cNvPr>
          <p:cNvSpPr txBox="1"/>
          <p:nvPr/>
        </p:nvSpPr>
        <p:spPr>
          <a:xfrm>
            <a:off x="7381192" y="5263030"/>
            <a:ext cx="5140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USER: Punkte einlösen, </a:t>
            </a:r>
            <a:r>
              <a:rPr lang="de-DE" dirty="0" err="1"/>
              <a:t>Rewards</a:t>
            </a:r>
            <a:r>
              <a:rPr lang="de-DE" dirty="0"/>
              <a:t> erhalten</a:t>
            </a:r>
          </a:p>
          <a:p>
            <a:r>
              <a:rPr lang="de-DE" dirty="0"/>
              <a:t>ADMIN: </a:t>
            </a:r>
            <a:r>
              <a:rPr lang="de-DE" dirty="0" err="1"/>
              <a:t>Rewards</a:t>
            </a:r>
            <a:r>
              <a:rPr lang="de-DE" dirty="0"/>
              <a:t> &amp; Punkte verwalten</a:t>
            </a:r>
          </a:p>
        </p:txBody>
      </p:sp>
    </p:spTree>
    <p:extLst>
      <p:ext uri="{BB962C8B-B14F-4D97-AF65-F5344CB8AC3E}">
        <p14:creationId xmlns:p14="http://schemas.microsoft.com/office/powerpoint/2010/main" val="204503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6199D8-E738-1545-A70E-A2CCF28D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Features der App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130887-F5E1-2C74-5986-BB93DB32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98186078-3951-AD74-1205-9CBC3F46B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6011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787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9CA4FC-289E-2738-BAEF-369C2B05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Frontend &amp; UI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C282BB-E5F5-8847-9703-735F1574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8DB50B41-82EF-D7BB-1C78-EAE07C263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9826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782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4B5C48-640A-39C9-677C-A2714DCF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Fazit &amp; Ausblick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809DCC-1282-E54D-2586-3AE57CE3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91E46AA8-6116-235F-85FE-A957FFDFC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4892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2006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CA5B94-F271-7F68-CE14-4D03BA1B0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186" y="523643"/>
            <a:ext cx="7674008" cy="4210216"/>
          </a:xfrm>
        </p:spPr>
        <p:txBody>
          <a:bodyPr>
            <a:normAutofit/>
          </a:bodyPr>
          <a:lstStyle/>
          <a:p>
            <a:pPr algn="r"/>
            <a:r>
              <a:rPr lang="de-DE" sz="8000" dirty="0">
                <a:solidFill>
                  <a:srgbClr val="FFFFFF"/>
                </a:solidFill>
              </a:rPr>
              <a:t>Danke für Ihre Aufmerksamkeit!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7BE1E4-1EA9-32B8-E424-A7C9B123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65154E-2C82-468F-A0A1-F0585AA9A077}" type="slidenum">
              <a:rPr lang="de-DE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de-DE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3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355</Words>
  <Application>Microsoft Office PowerPoint</Application>
  <PresentationFormat>Breitbild</PresentationFormat>
  <Paragraphs>103</Paragraphs>
  <Slides>13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Rewardify</vt:lpstr>
      <vt:lpstr>Fokus</vt:lpstr>
      <vt:lpstr>Ziel</vt:lpstr>
      <vt:lpstr>Gesamtarchitektur</vt:lpstr>
      <vt:lpstr>Projektstruktur</vt:lpstr>
      <vt:lpstr>Datenbankübersicht</vt:lpstr>
      <vt:lpstr>ER-Diagramm</vt:lpstr>
      <vt:lpstr>Datenfluss Frontend - Backend</vt:lpstr>
      <vt:lpstr>Authentifizierung &amp; Sicherheit</vt:lpstr>
      <vt:lpstr>Features der App</vt:lpstr>
      <vt:lpstr>Frontend &amp; UI</vt:lpstr>
      <vt:lpstr>Fazit &amp; Ausblick</vt:lpstr>
      <vt:lpstr>Danke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Wolfgruber</dc:creator>
  <cp:lastModifiedBy>Bastian Wolfgruber</cp:lastModifiedBy>
  <cp:revision>5</cp:revision>
  <dcterms:created xsi:type="dcterms:W3CDTF">2026-01-28T16:48:10Z</dcterms:created>
  <dcterms:modified xsi:type="dcterms:W3CDTF">2026-01-29T09:23:49Z</dcterms:modified>
</cp:coreProperties>
</file>